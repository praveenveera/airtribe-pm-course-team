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4c32c93fb04cb9" /><Relationship Type="http://schemas.openxmlformats.org/officeDocument/2006/relationships/extended-properties" Target="/docProps/app.xml" Id="R092794b0b312498b" /><Relationship Type="http://schemas.openxmlformats.org/officeDocument/2006/relationships/officeDocument" Target="/ppt/presentation.xml" Id="R20d18fe026414bc2" /></Relationships>
</file>

<file path=ppt/presentation.xml><?xml version="1.0" encoding="utf-8"?>
<p:presentation xmlns:p="http://schemas.openxmlformats.org/presentationml/2006/main">
  <p:sldMasterIdLst>
    <p:sldMasterId xmlns:r="http://schemas.openxmlformats.org/officeDocument/2006/relationships" id="2147483648" r:id="R42bcaa4e13e44a3a"/>
  </p:sldMasterIdLst>
  <p:notesMasterIdLst>
    <p:notesMasterId xmlns:r="http://schemas.openxmlformats.org/officeDocument/2006/relationships" r:id="R10ebcdc2e52546e2"/>
  </p:notesMasterIdLst>
  <p:sldIdLst>
    <p:sldId xmlns:r="http://schemas.openxmlformats.org/officeDocument/2006/relationships" id="256" r:id="R9c1ac16383694720"/>
    <p:sldId xmlns:r="http://schemas.openxmlformats.org/officeDocument/2006/relationships" id="257" r:id="R6f510f5ab59142ff"/>
    <p:sldId xmlns:r="http://schemas.openxmlformats.org/officeDocument/2006/relationships" id="258" r:id="R49cdc17ba3e34ce8"/>
    <p:sldId xmlns:r="http://schemas.openxmlformats.org/officeDocument/2006/relationships" id="259" r:id="R422a4bc6995f4e25"/>
    <p:sldId xmlns:r="http://schemas.openxmlformats.org/officeDocument/2006/relationships" id="260" r:id="R1b55e16bea7e4d15"/>
    <p:sldId xmlns:r="http://schemas.openxmlformats.org/officeDocument/2006/relationships" id="261" r:id="R32d63d1f788f4171"/>
    <p:sldId xmlns:r="http://schemas.openxmlformats.org/officeDocument/2006/relationships" id="262" r:id="R7a570e32a7664382"/>
    <p:sldId xmlns:r="http://schemas.openxmlformats.org/officeDocument/2006/relationships" id="263" r:id="R529da6c94dca4b1a"/>
    <p:sldId xmlns:r="http://schemas.openxmlformats.org/officeDocument/2006/relationships" id="264" r:id="R3c07bfdab4e74182"/>
    <p:sldId xmlns:r="http://schemas.openxmlformats.org/officeDocument/2006/relationships" id="265" r:id="R9597761e2b384e3b"/>
    <p:sldId xmlns:r="http://schemas.openxmlformats.org/officeDocument/2006/relationships" id="266" r:id="Rfc91f97de8c24db8"/>
    <p:sldId xmlns:r="http://schemas.openxmlformats.org/officeDocument/2006/relationships" id="267" r:id="Raa41c0aa5e754eac"/>
    <p:sldId xmlns:r="http://schemas.openxmlformats.org/officeDocument/2006/relationships" id="268" r:id="Ra326b1b1697e4246"/>
    <p:sldId xmlns:r="http://schemas.openxmlformats.org/officeDocument/2006/relationships" id="269" r:id="R0b4cf11ce6fa44e9"/>
    <p:sldId xmlns:r="http://schemas.openxmlformats.org/officeDocument/2006/relationships" id="270" r:id="R220d71ca3f484c1e"/>
    <p:sldId xmlns:r="http://schemas.openxmlformats.org/officeDocument/2006/relationships" id="271" r:id="R86b74582f0354231"/>
    <p:sldId xmlns:r="http://schemas.openxmlformats.org/officeDocument/2006/relationships" id="272" r:id="R078c9223fabc4710"/>
    <p:sldId xmlns:r="http://schemas.openxmlformats.org/officeDocument/2006/relationships" id="273" r:id="R22e9b8ee1dd14306"/>
    <p:sldId xmlns:r="http://schemas.openxmlformats.org/officeDocument/2006/relationships" id="274" r:id="Rf8e23098cd4f4bbe"/>
    <p:sldId xmlns:r="http://schemas.openxmlformats.org/officeDocument/2006/relationships" id="275" r:id="R3788c6b7897f4644"/>
    <p:sldId xmlns:r="http://schemas.openxmlformats.org/officeDocument/2006/relationships" id="276" r:id="R601baad48bcb4f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cf99f7bd164bef" /><Relationship Type="http://schemas.openxmlformats.org/officeDocument/2006/relationships/slideMaster" Target="/ppt/slideMasters/slideMaster1.xml" Id="R42bcaa4e13e44a3a" /><Relationship Type="http://schemas.openxmlformats.org/officeDocument/2006/relationships/notesMaster" Target="/ppt/notesMasters/notesMaster1.xml" Id="R10ebcdc2e52546e2" /><Relationship Type="http://schemas.openxmlformats.org/officeDocument/2006/relationships/presProps" Target="/ppt/presProps.xml" Id="R5714451b886640a7" /><Relationship Type="http://schemas.openxmlformats.org/officeDocument/2006/relationships/tableStyles" Target="/ppt/tableStyles.xml" Id="R60c47f87878c4bf1" /><Relationship Type="http://schemas.openxmlformats.org/officeDocument/2006/relationships/slide" Target="/ppt/slides/slide1.xml" Id="R9c1ac16383694720" /><Relationship Type="http://schemas.openxmlformats.org/officeDocument/2006/relationships/slide" Target="/ppt/slides/slide2.xml" Id="R6f510f5ab59142ff" /><Relationship Type="http://schemas.openxmlformats.org/officeDocument/2006/relationships/slide" Target="/ppt/slides/slide3.xml" Id="R49cdc17ba3e34ce8" /><Relationship Type="http://schemas.openxmlformats.org/officeDocument/2006/relationships/slide" Target="/ppt/slides/slide4.xml" Id="R422a4bc6995f4e25" /><Relationship Type="http://schemas.openxmlformats.org/officeDocument/2006/relationships/slide" Target="/ppt/slides/slide5.xml" Id="R1b55e16bea7e4d15" /><Relationship Type="http://schemas.openxmlformats.org/officeDocument/2006/relationships/slide" Target="/ppt/slides/slide6.xml" Id="R32d63d1f788f4171" /><Relationship Type="http://schemas.openxmlformats.org/officeDocument/2006/relationships/slide" Target="/ppt/slides/slide7.xml" Id="R7a570e32a7664382" /><Relationship Type="http://schemas.openxmlformats.org/officeDocument/2006/relationships/slide" Target="/ppt/slides/slide8.xml" Id="R529da6c94dca4b1a" /><Relationship Type="http://schemas.openxmlformats.org/officeDocument/2006/relationships/slide" Target="/ppt/slides/slide9.xml" Id="R3c07bfdab4e74182" /><Relationship Type="http://schemas.openxmlformats.org/officeDocument/2006/relationships/slide" Target="/ppt/slides/slide10.xml" Id="R9597761e2b384e3b" /><Relationship Type="http://schemas.openxmlformats.org/officeDocument/2006/relationships/slide" Target="/ppt/slides/slide11.xml" Id="Rfc91f97de8c24db8" /><Relationship Type="http://schemas.openxmlformats.org/officeDocument/2006/relationships/slide" Target="/ppt/slides/slide12.xml" Id="Raa41c0aa5e754eac" /><Relationship Type="http://schemas.openxmlformats.org/officeDocument/2006/relationships/slide" Target="/ppt/slides/slide13.xml" Id="Ra326b1b1697e4246" /><Relationship Type="http://schemas.openxmlformats.org/officeDocument/2006/relationships/slide" Target="/ppt/slides/slide14.xml" Id="R0b4cf11ce6fa44e9" /><Relationship Type="http://schemas.openxmlformats.org/officeDocument/2006/relationships/slide" Target="/ppt/slides/slide15.xml" Id="R220d71ca3f484c1e" /><Relationship Type="http://schemas.openxmlformats.org/officeDocument/2006/relationships/slide" Target="/ppt/slides/slide16.xml" Id="R86b74582f0354231" /><Relationship Type="http://schemas.openxmlformats.org/officeDocument/2006/relationships/slide" Target="/ppt/slides/slide17.xml" Id="R078c9223fabc4710" /><Relationship Type="http://schemas.openxmlformats.org/officeDocument/2006/relationships/slide" Target="/ppt/slides/slide18.xml" Id="R22e9b8ee1dd14306" /><Relationship Type="http://schemas.openxmlformats.org/officeDocument/2006/relationships/slide" Target="/ppt/slides/slide19.xml" Id="Rf8e23098cd4f4bbe" /><Relationship Type="http://schemas.openxmlformats.org/officeDocument/2006/relationships/slide" Target="/ppt/slides/slide20.xml" Id="R3788c6b7897f4644" /><Relationship Type="http://schemas.openxmlformats.org/officeDocument/2006/relationships/slide" Target="/ppt/slides/slide21.xml" Id="R601baad48bcb4f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f05e61ac4c41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a938af574d42ab" /><Relationship Type="http://schemas.openxmlformats.org/officeDocument/2006/relationships/notesMaster" Target="/ppt/notesMasters/notesMaster1.xml" Id="R740577816cfc45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c73a65f40b4b8f" /><Relationship Type="http://schemas.openxmlformats.org/officeDocument/2006/relationships/notesMaster" Target="/ppt/notesMasters/notesMaster1.xml" Id="Rd6fb7cd3cd8745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00436a9d5f4ca8" /><Relationship Type="http://schemas.openxmlformats.org/officeDocument/2006/relationships/notesMaster" Target="/ppt/notesMasters/notesMaster1.xml" Id="R01247804aac942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5f14057f504a5b" /><Relationship Type="http://schemas.openxmlformats.org/officeDocument/2006/relationships/notesMaster" Target="/ppt/notesMasters/notesMaster1.xml" Id="R3a6c6783c38740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726119ce514b15" /><Relationship Type="http://schemas.openxmlformats.org/officeDocument/2006/relationships/notesMaster" Target="/ppt/notesMasters/notesMaster1.xml" Id="R7c94284b003146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016a3fa7684908" /><Relationship Type="http://schemas.openxmlformats.org/officeDocument/2006/relationships/notesMaster" Target="/ppt/notesMasters/notesMaster1.xml" Id="Raa775646a1dd43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62fa5ca39444eb" /><Relationship Type="http://schemas.openxmlformats.org/officeDocument/2006/relationships/notesMaster" Target="/ppt/notesMasters/notesMaster1.xml" Id="Ra676326bfc7c4b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f832a9ae564210" /><Relationship Type="http://schemas.openxmlformats.org/officeDocument/2006/relationships/notesMaster" Target="/ppt/notesMasters/notesMaster1.xml" Id="R61f79fdef5254e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baf417cf404cd8" /><Relationship Type="http://schemas.openxmlformats.org/officeDocument/2006/relationships/notesMaster" Target="/ppt/notesMasters/notesMaster1.xml" Id="R2a49d96ec59a4e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c77cdb60e44c99" /><Relationship Type="http://schemas.openxmlformats.org/officeDocument/2006/relationships/notesMaster" Target="/ppt/notesMasters/notesMaster1.xml" Id="R7a5b725d02d54d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08247f29ac49ad" /><Relationship Type="http://schemas.openxmlformats.org/officeDocument/2006/relationships/notesMaster" Target="/ppt/notesMasters/notesMaster1.xml" Id="R70aa684bbe404a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dc43378dfb48c9" /><Relationship Type="http://schemas.openxmlformats.org/officeDocument/2006/relationships/notesMaster" Target="/ppt/notesMasters/notesMaster1.xml" Id="R78bbd17f3c9740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37efc86375493d" /><Relationship Type="http://schemas.openxmlformats.org/officeDocument/2006/relationships/notesMaster" Target="/ppt/notesMasters/notesMaster1.xml" Id="R648c7f94ce2540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7049634901444d" /><Relationship Type="http://schemas.openxmlformats.org/officeDocument/2006/relationships/notesMaster" Target="/ppt/notesMasters/notesMaster1.xml" Id="R8c8cff363e7e44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fbbf1e72da453b" /><Relationship Type="http://schemas.openxmlformats.org/officeDocument/2006/relationships/notesMaster" Target="/ppt/notesMasters/notesMaster1.xml" Id="Rb1bb526b61014e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2711b5f2bd49a4" /><Relationship Type="http://schemas.openxmlformats.org/officeDocument/2006/relationships/notesMaster" Target="/ppt/notesMasters/notesMaster1.xml" Id="R2489b5e7ab8047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ef0c01105a4d4b" /><Relationship Type="http://schemas.openxmlformats.org/officeDocument/2006/relationships/notesMaster" Target="/ppt/notesMasters/notesMaster1.xml" Id="R0067afbf7adf4d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1e3834f78b4754" /><Relationship Type="http://schemas.openxmlformats.org/officeDocument/2006/relationships/notesMaster" Target="/ppt/notesMasters/notesMaster1.xml" Id="R4cc669b0ca0543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a86d497c154c42" /><Relationship Type="http://schemas.openxmlformats.org/officeDocument/2006/relationships/notesMaster" Target="/ppt/notesMasters/notesMaster1.xml" Id="R77a42f388bb04d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fb45665f1e473d" /><Relationship Type="http://schemas.openxmlformats.org/officeDocument/2006/relationships/notesMaster" Target="/ppt/notesMasters/notesMaster1.xml" Id="Rc0805ad82672494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53ab7d3db5436b" /><Relationship Type="http://schemas.openxmlformats.org/officeDocument/2006/relationships/notesMaster" Target="/ppt/notesMasters/notesMaster1.xml" Id="R9382f8032ab946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Find My Ride examines a narrow but stressful moment: after booking, the app can show a pin, or even say the driver has arrived, while rider and driver still cannot find each other. The goal is to understand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 word on method. Synchronous interviews were not feasible, so I built a multilingual self-serve app with rider and driver branches and optional open-text or voice prompts. After removing one duplicate, the base is sixty-two respondents: fifty-eight riders and four drivers. Thirty answered open-ended questions and eleven wrote extended accounts. This gave breadth and language coverage, but no live probing, so it does not replace moderated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Desk research changed the framing. Uber already publishes Hyderabad airport guidance, including in-app directions and the D1 pickup zone. Grab, Lyft, Waymo, and MyGate show patterns for venue guidance, structured handoffs, and access-aware stops. These are design precedents, not proof of local value.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 credible market estimate needs Hyderabad four-wheel pickup volume, the share starting at complex locations, and the share experiencing material difficulty. Those inputs are not publicly available, so I show the model and exposure pools rather than inventing a TAM. Public sources show large passenger flows at the airport, metro, and railway stations. For this problem, location type is more useful than demographic segmentation.</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research goal is to understand what breaks during difficult pickups and how people recover. The evidence points to a shared-reference-point problem at complex locations, not proof that the map is always wrong. The rider is the primary user, with the driver as the connected stakeholder. The job statement remains an assumption to validate. Success would mean fewer reactive contacts and lower arrived-to-trip-start dwell.</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instrument asked ten questions about the latest difficult pickup: where it happened, what the app showed, when coordination broke, what the person did next, how much effort it created, what helped, whether it happened elsewhere, what support was missing, and what prevented drivers from reaching the rider. These questions were asked asynchronously,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sample says the problem is meaningful, but not universal. Twenty-four of fifty-one recent four-wheel users reported difficulty or uncertainty. Among twenty-eight issue cases, twenty-three said the problem had happened before, twenty said calls or messages helped, and six said nothing helped. “Happened before” does not prove the same venue repeatedly failed, and these percentages are not Hyderabad-wide prevalence.</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cases concentrate in complex places: airports, gated residences, malls, offices, and stations. Calling is the dominant recovery action, followed by waiting and moving. The app often hands the final physical coordination step back to rider and driver. The opportunity is to reduce that manual effort. The appendix lists all ten insights and their evidence strength.</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recommended direction is to make the fallback faster without making the map more complicated. P-zero is a structured meeting note. P-one is guided recovery when coordination stalls. P-two is reusable venue information. This is a test sequence, not a committed roadmap, and it should appear only at selected complex locations.</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strongest first test is a structured pre-arrival meeting note. At flagged complex pickups, ask for one concise handoff: gate or side, landmark, and waiting spot. One respondent already does this manually. Test whether the prompt reduces reactive calls, arrived-to-trip-start dwell,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P-one is guided stalled-pickup recovery. Start with reconnect actions, and test reassignment only for unresolved cases because it affects driver time and marketplace cost. P-two is venue-specific coordination information at two or three validated venues. That requires ownership and expiry because stale access guidance can be worse than no guidance.</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smallest coordination aid first, not commit to a broad build. The evidence is limited: asynchronous research without live probing, only four drivers, and a non-representative sample. The highest-value next step is moderated rider and driver research, plus reliable arrived-to-trip-start data at selected venues. The appendix and evidence ZIP carry full traceability.</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5e82eac1b148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f09a554ad54688" /><Relationship Type="http://schemas.openxmlformats.org/officeDocument/2006/relationships/slideLayout" Target="/ppt/slideLayouts/slideLayout1.xml" Id="R6a4c0b331ad141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4c0b331ad141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c676802bd14ef3" /><Relationship Type="http://schemas.openxmlformats.org/officeDocument/2006/relationships/notesSlide" Target="/ppt/notesSlides/notesSlide1.xml" Id="Rd6be2d235b094b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c6f3681dfd47b7" /><Relationship Type="http://schemas.openxmlformats.org/officeDocument/2006/relationships/image" Target="/ppt/media/image.png" Id="R1e60203b201346ba" /><Relationship Type="http://schemas.openxmlformats.org/officeDocument/2006/relationships/hyperlink" Target="https://praveenveera.github.io/uber-pickup-survey/" TargetMode="External" Id="Rd37531fcb46941e1" /><Relationship Type="http://schemas.openxmlformats.org/officeDocument/2006/relationships/notesSlide" Target="/ppt/notesSlides/notesSlide2.xml" Id="R1da9b333e41a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fa5fb6b18b4f34" /><Relationship Type="http://schemas.openxmlformats.org/officeDocument/2006/relationships/notesSlide" Target="/ppt/notesSlides/notesSlide3.xml" Id="R15f11b8a3f6a4b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51279e5e7b42d5" /><Relationship Type="http://schemas.openxmlformats.org/officeDocument/2006/relationships/notesSlide" Target="/ppt/notesSlides/notesSlide4.xml" Id="R9fd844752ab543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b16fb4a07b4fb3" /><Relationship Type="http://schemas.openxmlformats.org/officeDocument/2006/relationships/notesSlide" Target="/ppt/notesSlides/notesSlide5.xml" Id="Rcc188e25204243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cbeb2b00144b2d" /><Relationship Type="http://schemas.openxmlformats.org/officeDocument/2006/relationships/notesSlide" Target="/ppt/notesSlides/notesSlide6.xml" Id="Ref16289eefee47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f37e69f87b4997" /><Relationship Type="http://schemas.openxmlformats.org/officeDocument/2006/relationships/notesSlide" Target="/ppt/notesSlides/notesSlide7.xml" Id="R9fa8fe49590840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85e1ea7d8e468b" /><Relationship Type="http://schemas.openxmlformats.org/officeDocument/2006/relationships/notesSlide" Target="/ppt/notesSlides/notesSlide8.xml" Id="R23e266e7735b4e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0b5b3c90434cf4" /><Relationship Type="http://schemas.openxmlformats.org/officeDocument/2006/relationships/notesSlide" Target="/ppt/notesSlides/notesSlide9.xml" Id="R54427cfd6cb74e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2c822ddb594901" /><Relationship Type="http://schemas.openxmlformats.org/officeDocument/2006/relationships/notesSlide" Target="/ppt/notesSlides/notesSlide10.xml" Id="Rcab004548f6c47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bfff2a86fd4e02" /><Relationship Type="http://schemas.openxmlformats.org/officeDocument/2006/relationships/notesSlide" Target="/ppt/notesSlides/notesSlide11.xml" Id="R821da8a5260e44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5c401e5c8c45ab" /><Relationship Type="http://schemas.openxmlformats.org/officeDocument/2006/relationships/notesSlide" Target="/ppt/notesSlides/notesSlide12.xml" Id="Raaaff489fbda40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703f138d26f48e0" /><Relationship Type="http://schemas.openxmlformats.org/officeDocument/2006/relationships/notesSlide" Target="/ppt/notesSlides/notesSlide13.xml" Id="Rb28b98a9310f49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2ed55da9b44821" /><Relationship Type="http://schemas.openxmlformats.org/officeDocument/2006/relationships/image" Target="/ppt/media/image2.png" Id="Rf023b39c7bc5424a" /><Relationship Type="http://schemas.openxmlformats.org/officeDocument/2006/relationships/image" Target="/ppt/media/image3.png" Id="Ra96affac6557437d" /><Relationship Type="http://schemas.openxmlformats.org/officeDocument/2006/relationships/notesSlide" Target="/ppt/notesSlides/notesSlide14.xml" Id="Rfa9e29bc59fa4d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f904d90ffb44bb4" /><Relationship Type="http://schemas.openxmlformats.org/officeDocument/2006/relationships/notesSlide" Target="/ppt/notesSlides/notesSlide15.xml" Id="R30abb6e80185457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d0746550894c76" /><Relationship Type="http://schemas.openxmlformats.org/officeDocument/2006/relationships/notesSlide" Target="/ppt/notesSlides/notesSlide16.xml" Id="Ree33a4d516074f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ada4f41ec04bfc" /><Relationship Type="http://schemas.openxmlformats.org/officeDocument/2006/relationships/notesSlide" Target="/ppt/notesSlides/notesSlide17.xml" Id="Rcb4afc0115474d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4a8f1b076664f9c" /><Relationship Type="http://schemas.openxmlformats.org/officeDocument/2006/relationships/notesSlide" Target="/ppt/notesSlides/notesSlide18.xml" Id="R63d7de2dcaff413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3f0f9d2e634cf2" /><Relationship Type="http://schemas.openxmlformats.org/officeDocument/2006/relationships/notesSlide" Target="/ppt/notesSlides/notesSlide19.xml" Id="R3a5d2a34c5784a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f9c0dab7d14454a" /><Relationship Type="http://schemas.openxmlformats.org/officeDocument/2006/relationships/notesSlide" Target="/ppt/notesSlides/notesSlide20.xml" Id="R32b04415c9b74b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ce4c1ec3e674983" /><Relationship Type="http://schemas.openxmlformats.org/officeDocument/2006/relationships/notesSlide" Target="/ppt/notesSlides/notesSlide21.xml" Id="Rd3c281d244a14763"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1C03A9-AB1D-41F6-B101-34DB4D17F2F0}"/>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9AA37FC2-4D84-42A3-A50D-AD935589084A}"/>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A75119A9-9221-4F0B-A6FB-35EFD2F3671B}"/>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046CAE4B-F2FF-4B68-B119-0CD0639EF4F2}"/>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1E1685-60CC-4845-8708-345D180EAAF4}"/>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8C015DA7-CB9E-4A6A-9404-AE3496005E2F}"/>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AF157B2A-E316-4E7B-A0A3-66E702094631}"/>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1FDF1D2-9028-4E9F-B915-FCBC1CD69E33}"/>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01E365B7-CC08-485A-95B6-EBCC67FB28C9}"/>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4E572E64-9146-4F19-B6F0-13EC01AD3D94}"/>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367677-86A9-482D-9526-9BACE2187D9E}"/>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A94B1411-0247-4A6D-9A6A-15F9CC6E1FCD}"/>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4940FDA6-8656-4D70-BDD9-861F4F3A2C92}"/>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E80910-CDD0-4435-BC53-A8B2DA92BCE4}"/>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D6B55B33-CE48-4395-8867-E3E56892BE52}"/>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80952D35-5144-4AEA-94DA-873333C0CB03}"/>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417633736"/>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49EEE2A-0258-4999-992D-1A6324DDD82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CD084693-7062-4067-8823-B2F68888DEF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4B50BDA4-E3E2-4EBE-AFFB-BCFD9B77BA3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ED45A52F-65EC-435C-80EE-3165DB2A3CED}"/>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F17A3FF-DC2A-4215-95FA-2437E2459EF4}"/>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9816D34D-3739-499B-9593-7ED9211FB643}"/>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56972319-360A-4A47-AFD4-41DA64DE2A02}"/>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311CFDC2-4935-4C6D-A061-4003DF6569D8}"/>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5F40D0A4-6D36-456B-9041-68D9F68C0AF9}"/>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72529279-55ED-43A8-B57E-6C78F31EF6F2}"/>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6A26D102-932B-4D0F-97A1-9F064CAEC827}"/>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2DF5EFF6-6FA2-46E7-8722-BA4673545A13}"/>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763EACA9-1A9B-42A4-A336-3AFA015BE7D0}"/>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C45A09AD-27E6-4F8A-B6CB-B7BB2FBFF3A7}"/>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e60203b201346ba"/>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CBAD5A9-7E6B-47A4-B5B7-DF47D19DAAAC}"/>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d37531fcb46941e1"/>
              </a:rPr>
              <a:t>https://praveenveera.github.io/uber-pickup-survey/</a:t>
            </a:r>
          </a:p>
        </p:txBody>
      </p:sp>
      <p:sp>
        <p:nvSpPr>
          <p:cNvPr id="17" name="">
            <a:extLst xmlns:a="http://schemas.openxmlformats.org/drawingml/2006/main">
              <a:ext uri="{FF2B5EF4-FFF2-40B4-BE49-F238E27FC236}">
                <a16:creationId xmlns:a16="http://schemas.microsoft.com/office/drawing/2014/main" id="{01B632BF-CDD7-4B95-9438-D1BD55F7D384}"/>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FFBA9195-EE69-43D1-9826-E4A634AD315C}"/>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2BD4964D-7AA7-4A84-AF60-DAA823BD380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E418DB91-2200-4A82-B31F-66C9119ECF9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097753774"/>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690EC2-E879-4AED-9611-8E63416A5AB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5181FE7D-75B4-456A-9A1A-09B6B539D53A}"/>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6D974B71-4347-4A5A-BC91-275B38ABF99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0D76FC2B-9E39-4060-8382-D3BE9F7F701F}"/>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B1128B2-F377-4275-9B8F-7546F48B23D0}"/>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6B0C9176-DF3F-4400-A726-8377D91839CF}"/>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55F49F84-DC3B-4D47-B5DB-CDACB82D69E7}"/>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31B94682-D9C9-432D-980E-A8501730AB95}"/>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D0FB12D8-1FB1-4C8C-A532-61700511EFBC}"/>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4083EBDA-1408-470C-87FB-59CB64147262}"/>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B93B6496-DE62-4CBE-8CF8-F78400EE778A}"/>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C256B9A0-C886-4306-B3A6-B24617026A86}"/>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A6CFE87F-08CF-45F8-AA00-09119376195B}"/>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B06B620-CAED-46F7-9145-6DF58126F3FB}"/>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B33D9078-B324-4341-ABF0-CFDB721181C6}"/>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F13DFE09-FFB7-4D8F-959B-84FFAD1274F4}"/>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27B882D-5569-4E66-B905-F83C9F4CB6F2}"/>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DDB70FE0-1F9B-412C-BFA2-587057B8C2B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517B80D3-6041-4F31-A3A7-8B8CB097E2C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840995175"/>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16DD42D-6B91-476C-A54E-35F493023C2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675441C1-4819-471E-BA6E-DF346FD6775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D5C92302-1873-4909-B7CF-BC8F629307E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B21BA3EE-A6CA-4CA4-9EC4-562D98EBA85F}"/>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789926E-E074-48A5-95DE-6D75EAD6933D}"/>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65C7FB88-BDAE-4CB7-B3D0-AC316FC9D690}"/>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BAF44952-9EBD-4CA5-9041-5AB3A16368A8}"/>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D5DD514C-9465-4377-BB51-70856742570D}"/>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82182CF8-9B7D-41D9-9ABE-DBA60184D7FC}"/>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508BE64A-2EC0-4038-9CAF-DB9308954DAD}"/>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3FAFA635-557C-4EA0-8C1A-1F8448DEF1E5}"/>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1C5325CC-22BA-489F-86E5-257AA7C4823A}"/>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1C1613AB-10DD-40DF-9A37-A46012ECC61F}"/>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BB8F62-50F3-4BCA-A1F4-ABA9C7799CE9}"/>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06E7F0AB-3D02-40E6-84D0-012F8C25965E}"/>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E50BA873-AC10-4DA4-8698-89040A96589F}"/>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C378FC-A2F7-4C6F-8B84-A999254DE010}"/>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06556425-3C7A-47F3-B9E7-40C935B0716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7DDBCF2-328B-47C3-A644-22B75E1E475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765211394"/>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705E148-9DBC-4125-B748-ED3D6358381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B8E838EC-99D7-4C2E-80D6-DD4E715E1A92}"/>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F16DE0FF-0158-47EA-A4C8-3DA7FB576B7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684031E5-A2D6-4C2E-82AA-C8DCAC780ACA}"/>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8B9A66-5C1E-4D24-816D-088CB1C8885B}"/>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F168EC07-0047-4F75-BEF9-4DE4D9EA94A7}"/>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917B74E9-98EA-4679-BF59-1591125CBBCD}"/>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A048E84E-6D3E-43D1-BF4C-AA9FE7B1CFE4}"/>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269FDB9C-4F82-4C97-85C7-00F95A132B90}"/>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A0B11E16-4FC5-4667-8CC7-43F0BE3AA263}"/>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84406288-1E45-459D-BD6B-FA8651542593}"/>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088706B2-DABD-4145-B4D2-0A549B827DBE}"/>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F71C8B-FC05-4581-8181-24FD2877D035}"/>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F1F0B71E-3B0C-4B5C-B2C6-0F1E4E55C2A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F195F7EE-6A3D-4D2D-B84D-A04B825062C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944697072"/>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C3DE64-BCC9-4186-AFA5-6F5F32EADFC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RESEARCH QUESTIONS</a:t>
            </a:r>
          </a:p>
        </p:txBody>
      </p:sp>
      <p:sp>
        <p:nvSpPr>
          <p:cNvPr id="2" name="">
            <a:extLst xmlns:a="http://schemas.openxmlformats.org/drawingml/2006/main">
              <a:ext uri="{FF2B5EF4-FFF2-40B4-BE49-F238E27FC236}">
                <a16:creationId xmlns:a16="http://schemas.microsoft.com/office/drawing/2014/main" id="{AF02E8BA-B029-47DB-8708-FCE930C3FF0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The ten questions used in the online instrument</a:t>
            </a:r>
          </a:p>
        </p:txBody>
      </p:sp>
      <p:sp>
        <p:nvSpPr>
          <p:cNvPr id="3" name="">
            <a:extLst xmlns:a="http://schemas.openxmlformats.org/drawingml/2006/main">
              <a:ext uri="{FF2B5EF4-FFF2-40B4-BE49-F238E27FC236}">
                <a16:creationId xmlns:a16="http://schemas.microsoft.com/office/drawing/2014/main" id="{AEB16A54-BA49-4F2F-B358-5966D2CEC05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Asked asynchronously with optional narrative prompts; they were not moderated interviews.</a:t>
            </a:r>
          </a:p>
        </p:txBody>
      </p:sp>
      <p:sp>
        <p:nvSpPr>
          <p:cNvPr id="4" name="">
            <a:extLst xmlns:a="http://schemas.openxmlformats.org/drawingml/2006/main">
              <a:ext uri="{FF2B5EF4-FFF2-40B4-BE49-F238E27FC236}">
                <a16:creationId xmlns:a16="http://schemas.microsoft.com/office/drawing/2014/main" id="{7719668F-5AE3-411D-A420-887807013C31}"/>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EEFD9339-CECF-4CDB-8943-3C4296AA39F3}"/>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AD21F7D-75B1-4F98-9B44-6A211717853A}"/>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81E879A1-E20B-4FCE-B9B3-E89F9D2C1A5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D70FC7BC-7E06-433B-8E96-608810029EB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290695601"/>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AB3F893-F21B-49F6-A066-93F36A51446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7BBF302D-C190-430F-BA3D-949B0E0BA61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1758AB24-9CB1-4FB0-918C-DB4E2DFFAD6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BCB2286F-9899-4715-9A6C-0CD604845927}"/>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B0AECD-F00C-41D5-B541-A7BFF4C5D76A}"/>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A1DF3667-768F-4A58-98DB-F85E0AFA0B5B}"/>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4EBD5803-1B2A-4E8C-8FB0-B37ADBF376D8}"/>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883A65-0E88-4261-8854-B3A02743BBC2}"/>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C9FA4A6F-5352-4EB1-B23D-A748921BF5EB}"/>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B8A9B205-1821-4B2B-ADE9-9A29C15F425C}"/>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0FE5C8-20C3-4D79-8447-9116616E43ED}"/>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423F85DA-5158-4B56-A050-88407D08E116}"/>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91BFE7E0-416F-4F04-A6FE-7E7AFB9175A9}"/>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EBE3F73-CCDD-4D67-BD46-355A092D3C55}"/>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178AA2E1-AF2E-4962-978F-3AD2EAB71386}"/>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B8B3E017-19F1-458C-9202-68C655439B96}"/>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B474A84-54D5-4E6F-82C6-20E4CBA685F3}"/>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A8E0CFCA-8D65-472B-9B35-F295850938EC}"/>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B5DDC533-A2DD-4BE1-8AF1-80B43786FE68}"/>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BF60053-FAB9-4144-80EF-4CBAF8C86CA6}"/>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1E55D904-6350-424B-9ADD-D21C9C62F07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7E9D5256-F0F5-4741-A403-9657E9D768F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710590753"/>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DE7A1CF8-C7A7-412D-AB47-97C1563F50F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75E16BE3-BCB8-42D8-B0F9-CB935273B72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828EAF4E-7A46-4777-93EC-D862A509EED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0559A278-9388-4560-B3A5-42A1C74F1EE4}"/>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B0A10847-1D48-48EF-A6A5-9A52D76403AC}"/>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62BA935D-D27F-483A-9C34-CBF246568C4A}"/>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9CCF96-74CB-477C-8D87-9DC1E7DFCD2B}"/>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AC2971A-7B32-4CF6-8E18-D49D6BA0E8A9}"/>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E75B3A92-F5FA-4C02-A1AD-F50F4F617220}"/>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7DC47A22-86B2-4B67-A5A0-E6695F74C7A9}"/>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F69C06-C470-4EB2-8702-C8E26D48C94F}"/>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5615D95-D49D-4240-8325-91E727CEE8F3}"/>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F47871B8-40B4-445C-A562-5DCE3DA6AB7A}"/>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43193023-78C1-4B01-B07D-C96C881340FB}"/>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4E3967E-2D79-4823-9430-B7047709B1DC}"/>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F38463-53E0-4CC5-8641-F5DA6870D137}"/>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18B006D7-D3B3-4131-AF44-60690B1FB6F7}"/>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15FD9D32-AAD0-47CA-806D-E69E08D41BBF}"/>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C45334D-2E16-4A87-8DEA-09EBBECEE057}"/>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CA3457B-2696-4F41-9F72-CEE6C3E8428F}"/>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867A8CE2-6442-432F-991F-AFACEBC366B6}"/>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A09C963D-328B-4244-818B-166F993A2F7E}"/>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0A7C2D6-81BF-43F9-807F-A38D4CC853A5}"/>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894AD5A-97B5-4E56-BB30-D2856A5EB57D}"/>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AC019A41-D18D-42A0-9F8B-0F3534EDF29C}"/>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950924C8-037F-48B1-93DE-C7EDF3995DD3}"/>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66551B-5193-4D0E-A9F5-01BBB9809E1A}"/>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714754C-798B-41FA-8029-9FCC54FC88CE}"/>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71513901-4432-473D-91DB-3FDEA6819F2C}"/>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E2862960-4742-465C-A04B-5F63AF7ABB5B}"/>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206471E6-10E0-47DA-AFBE-0FA4B6A5445F}"/>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F549157-16D3-4C28-9A9A-18CAB19F8356}"/>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614DDAF-EFCA-490F-95DA-82794ABF5236}"/>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78D6B6F9-C269-4294-8CBD-8F26BF269E4F}"/>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C1F73AA0-5699-4F86-8DA7-BEE794E72BE0}"/>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4AE316C-0A5F-4AA2-A5E2-0FF7A608B08D}"/>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F2C368F-C7A2-4D97-82F4-3FF42FAE7286}"/>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D3307D52-A0E2-4C25-8E02-2C8E29147179}"/>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23953B2C-2E7E-45FA-8488-D62B0356C392}"/>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5EC1462-792F-429F-ABA8-727BED5720A6}"/>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753F051-6D0C-439D-90A6-85B6B037075B}"/>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2A059077-B1D0-414E-9370-C7754C601CCD}"/>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56B6AB76-DA08-4E2E-8E66-EAF751194AF5}"/>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130C7EC-94B3-46E6-920E-54E59E99BE3D}"/>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8884F6C-C22E-48B2-844C-77E74C91C82F}"/>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401D4073-92E1-4EDC-8488-09826F877B45}"/>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E67B984B-7572-44A1-8FBB-CB8AD415A7E9}"/>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3F582A7-7267-40BC-99A7-77D539004C12}"/>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2331E03-4946-4CA9-9082-28DE4CBAF34C}"/>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95668D3A-814B-4945-8D92-00E87F3359DC}"/>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E9943CC0-3C8D-4C3B-AD5F-B04E7F927ABB}"/>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CFE3ECD-3D50-4FD9-9C8B-82564BD925D4}"/>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4BA4540-C578-4D3D-A725-C248B4A85877}"/>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F29D8C09-16B6-4762-BF4A-8A66CFC0B1A2}"/>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51B7F1E7-ED2F-4D82-8645-151B1A50B931}"/>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FEFBFAA0-58AE-4B9E-8FDC-677495F69B9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8B30ADBD-5AE6-4BFC-84D7-14CB24365B1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342665969"/>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F7F150-D25C-491E-96B9-852D7889135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9BDB3E9F-804F-4A88-826E-5C22329A24A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72F367C8-884D-4B42-9B3C-3045141D0485}"/>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AE53C9-15DD-4AC3-957B-5CBC7EB729A6}"/>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26186EA1-E1C7-44C3-A668-E2F0C6709175}"/>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C95252D4-FA5F-4146-A8D6-DEDEAA5EECD0}"/>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C5DD6D4-963C-43B8-916A-574308F6F0C5}"/>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07A4F892-D70C-49C9-B439-B0C765819411}"/>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4191C0F4-C909-40A9-A8C7-96465197FD15}"/>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64B46E58-80AC-4FC0-AC67-65BCBF3BD180}"/>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39BF11AD-D2C6-485D-9BD2-DCEE1684E09D}"/>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27E15B57-4562-43EF-B10D-4B74D91FA8FE}"/>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344753A8-68E6-4FBA-8549-709BB669E4F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5644C71A-690F-4B0E-BF6C-947B5907762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849391630"/>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871D23-3F0A-45DD-98B7-E4B591E9205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F82C0C07-3682-4C7F-8F09-76BF9A015CF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006CE556-9364-4154-8DBA-5DF40759A92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B736A14D-7C2B-45CE-A151-6A8BC8448444}"/>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89F235E-B663-4C54-96A9-000313C9FB18}"/>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13BCE946-632F-44E9-A471-F83F27AAE638}"/>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1851638F-2ADA-4706-B301-CC2CF0A51E99}"/>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B09B254C-5BA3-4776-B7BA-2599B5529E8B}"/>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599435C4-1A11-43AB-BC26-BAEB83298F1B}"/>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B1552553-4F95-4F9F-9987-C99B698432DD}"/>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33ACB7F9-8A6E-4263-BE8E-1B85414B5542}"/>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7B8E89D5-6221-4E05-99DF-C5713D068623}"/>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9DF25B1C-46AB-4309-8251-CFE0859AB31F}"/>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992A2137-B864-435B-8000-2D505D01A9A2}"/>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C59D52C2-3ACE-4856-98AA-74BEE9AC6164}"/>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FB3BE08B-D0D0-4155-B6DA-F0F1A3EC9139}"/>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0B2339-BA26-4FC7-B4C1-E63345016404}"/>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2987E2A9-E927-497F-B255-A581932EF4B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9CB336D9-ED97-4944-9EF1-D41A8758349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684992148"/>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EF48F5-1DA4-48C5-99A5-D41010D79EA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808C2C7B-AB09-489D-9CBA-867D7E402A5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9BA8D07A-6275-403D-A12F-BE83296E097D}"/>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19745A21-282A-40CA-8448-B956E44E50CB}"/>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FE4845E8-A53E-4E70-AE08-5EDB6A758C54}"/>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00685FD4-4544-48F7-BE8E-4403EF4E964F}"/>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9C1A08F8-3191-4BE4-A7EA-E5579E223291}"/>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4772C7EA-F93C-4808-ACB3-7095C3072F03}"/>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2EF780D6-5452-4AF6-808B-62CBC3B3DFA8}"/>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9C111D-AEF5-4CDC-9112-E5678257B836}"/>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6F51B7BB-EC13-4506-822C-EB283DDB149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B1E6110E-D320-4AC0-8CD0-84C26872675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667970033"/>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4A424F8-5262-464D-B7F5-EA11D1CE801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55437083-853F-46F8-9CE8-BA40C2E41DD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ECBEAB0A-2081-49F8-AFBA-10FDB1074080}"/>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00171D-2CC7-426F-B234-802254C288B3}"/>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5F902C15-EBCE-490E-A1C1-5A3127DCA05A}"/>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38097165-FB24-4592-91BD-303A84B803F5}"/>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E52E0722-A0CC-466E-8241-228EAE2F21FE}"/>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F5D53EAA-362D-4CD3-961C-D51513BE6A16}"/>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C84125F5-74FA-4FA9-AD6F-BEE939181562}"/>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568AF0B5-FBD2-421C-B18C-7CEFE4D73A3A}"/>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2014ACEC-802F-4E1D-B523-250BA8C79913}"/>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C7E87CDA-9E6E-4923-B133-B46D13415996}"/>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C47B95B8-E894-487B-8191-405E84B725C3}"/>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D8DABD46-CB05-425C-B540-8DC4B8EA70EF}"/>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40FBE897-DEEC-468D-B59A-6F798469CA3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64C41683-4DF8-462A-B0AB-E38B4F4B8B5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545949142"/>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77D325-D63A-499F-9F47-B7F28D470F7C}"/>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4743B755-3701-4D20-A9FB-E415DC7FC2CF}"/>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D6AD919B-04F2-455D-A59F-C7F29CE59481}"/>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DDA8888C-9A59-49BE-AA8C-8FDF4B327BF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85411D0C-4EDE-4D3E-BB91-127B5D6D0FB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888349541"/>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A9BB65-E203-4578-860D-8816A5ED690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190964C7-57E3-49EF-A4EC-94A5CD7CF30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44E27320-7DBF-4E9D-B9D3-D90A495C0B47}"/>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BB5898B8-27C9-47C5-8D44-AF36CDC8037D}"/>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23b39c7bc5424a"/>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DE5A4F6-E924-4AC6-92F5-F78EB222C31F}"/>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96affac6557437d"/>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268E263-3F37-4BCE-B257-045414FB9A96}"/>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6C325D11-3BB4-445C-8BB3-C666D73F0B8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D0C9AA4D-5E84-4774-B3B4-2C3A95E42E9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362016513"/>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C260C05-9136-400D-A432-24B6A09FBB2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13098AEE-40B6-47D2-8744-FFC0742CEA1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A6C9EC0D-ACC9-4483-A5A1-43F7FB10C953}"/>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17A01E9-6EB9-42E1-808B-BC293EA28CB5}"/>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EA59FAF2-05E8-4495-8B63-74DC21A08174}"/>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617E0719-97D1-4FDF-8D22-20FD7FCCD6A9}"/>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B6B76253-FD54-4CEC-A92F-CD8E4652F440}"/>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691900-6DEF-4E7A-B7C7-169783C270B4}"/>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9B18410E-9220-4048-91D3-5ACE5577D25B}"/>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A5238353-D4CF-4271-9FF7-38750F373639}"/>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EC34993D-3773-4BEA-B419-975FC2CC550C}"/>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CE02AA94-2F13-42FE-B257-495C1E1FB638}"/>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17A85F54-693C-46BD-B3DC-33C5E87F6CED}"/>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EEAAC69-A460-4F56-BFFE-ED51104EDE4F}"/>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7428F4E4-DED6-4FA5-B83D-BFFC3F92A56A}"/>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F6FB007-CD82-4892-A7F0-E4A880A8F01E}"/>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3F0C2881-BDAC-4EFA-8A1A-B6A902627047}"/>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6A92E43F-4201-4CDE-B12A-E4E5067861ED}"/>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E9809AF2-1389-44B3-B880-60B4E02A2035}"/>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824F37B-CDA3-4EBD-A71C-8F2E3F55E0A8}"/>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BC664B87-9411-414D-BCED-1E63FF273F20}"/>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2D156E3F-3572-4D86-B6F1-193AD6476503}"/>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1CE5D92F-E11E-42C0-A6BB-03E1BA9FE612}"/>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EB81547F-17C5-4221-ABDF-E8A116B43E48}"/>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0CBF98CF-1C8A-4911-A61B-AE69CCAAF38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E1AB4EB-7447-4EEB-A715-6C94EEA65618}"/>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2104890F-0BF5-4054-B019-5C9E72866AA4}"/>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62734FD0-5A0E-404D-ABB9-D0A793BDEE98}"/>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1616ECDC-4063-4FFB-AC74-AE798E8B4725}"/>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E3ED1FB9-E79F-4DB4-BBBC-9CABB2B1047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89D6923B-12B6-4662-959D-A357AAC42C11}"/>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8A2BB5D-8CC5-4BBB-9230-F10C62660B57}"/>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A807E4B2-D191-4BE2-A7C1-A0156C32979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3A28B4CE-4714-499F-8C2D-104E68E25B5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189837006"/>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3A539B9-8247-496F-8081-C6A8C96E223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3EF07B0C-FE84-4E3D-BF6B-437395378FF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BD0A4AF4-A59E-44F5-90B7-59BDE52319EB}"/>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91BBCA6D-CF97-49DD-8A1B-FA55FB9E5D01}"/>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8404E2C4-EA60-40DA-861A-3D1033409BF1}"/>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9DAEC640-FBD5-44DE-9F09-C725A0A0ACED}"/>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87B3F46D-1DBE-422B-9EE1-C244CCA3C65B}"/>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2BA3EA-9ADA-454B-8A8A-94A269DF0294}"/>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F7541D1F-13BB-491D-831C-5CAB3F0732C6}"/>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EF49705-9448-4CC2-9DA2-B5CB059C52C9}"/>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1730A54C-1DDF-4329-9FD6-DE9FD6B3B519}"/>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806098A2-CCC2-4C92-8470-6525852BEB34}"/>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89D81E6C-BD5C-45B4-8568-D5C138FA5B6F}"/>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DFAEE9-EB6F-43C0-B5A0-44031B553C08}"/>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4BF58352-DA3F-400C-83D0-9F2212B5024B}"/>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A3AA0B7-978B-4CF2-ACD6-0B63F45C7A37}"/>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B3A9F04F-7031-4EED-A291-29516B97E0D6}"/>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17CC8A40-A37F-474A-8C2E-42280812C616}"/>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B27ECE29-DF76-4400-8E71-F9B592FE3F61}"/>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6EDC8A7-89EA-4A6F-B7B4-8B1EF03D5483}"/>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0B981520-6B37-468C-BBA3-19EA72791DF1}"/>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41378BCF-0D43-4E03-984A-48ADB14A0993}"/>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457C7A44-3CB0-49B4-A163-27C5EBC198F5}"/>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E088F7A5-8111-425E-9081-E841AB8A9C1C}"/>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726EBEC2-1433-426D-B8C4-82A9B9F7A30D}"/>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F9B5E24-72F4-4D44-BCFF-0E1FAFE6A820}"/>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144C7CCF-9CBE-46FA-863D-46366829007F}"/>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000BFE92-F162-4D47-97F2-7556D4257254}"/>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4492DCC5-CE83-4A39-978E-E7A7E18535B4}"/>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37808C12-6FDD-4D14-87DC-AC96C23864C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17FCABFF-DE17-4489-A027-AA38FEC418DC}"/>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9C8FFF-7E1B-4731-A910-AC67B9A63348}"/>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C43F6CDE-F637-4FCA-AC6D-DC5FC6C5B3A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D77B6646-FF6E-4514-9850-5A9FCAB609A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708355740"/>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23C37A90-EA98-48DB-8B33-62ABD8F9BDE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B6F56AA5-5E02-4D36-A984-7679DCDB35E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499C0E30-51CC-4978-B37B-97BC5F1A1B41}"/>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AEC8E35C-3CCF-4DA1-B4A5-F6EAF81B7EEC}"/>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8E23B010-4F53-40AA-8662-ABE385B08CAE}"/>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EEFA745C-5D2E-4894-A427-CE132CBBCC5F}"/>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4CC4F259-3EBB-487D-9EB7-D1A5D3658E6F}"/>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CEB6535D-73BE-443D-A504-8D1330CC2245}"/>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6FDB357B-326D-4D87-83B2-DBFFBA4C9909}"/>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9282D40E-67B8-4BA3-9198-23040217AC7F}"/>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3D514B86-AEED-4F23-9FF4-1A2FD7718A42}"/>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C7AF00DE-A703-43FB-90E1-09DB5DC6109C}"/>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E6BC9CD0-B435-42F5-AE36-40B70C197A61}"/>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8EF6797-80AC-4B7C-B535-06826F67D485}"/>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2EF7D38B-B815-4369-9FE5-B41E500204D5}"/>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3F888F6-0E95-45C7-939B-97C9D0E20143}"/>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DAA65B8F-B893-44B7-B93C-F5656716D911}"/>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E1242D37-70FC-4480-BF0B-BADB73CF5FFE}"/>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E9878DEE-3DB0-44F1-A0DD-4DBA2E5C3C28}"/>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18F5879F-4B80-429A-8739-A8562E5ED64A}"/>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383D22DA-F25F-4A3E-8A1C-3FBAF51F3059}"/>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529B6476-A494-484B-A7C3-5521319986DA}"/>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DF782DD1-7A4D-484B-BCD5-D80D745D5F51}"/>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F2E50861-3189-4AE9-AC91-51E3FC39803D}"/>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1844FE87-D55F-42F4-BEB1-4BE71BC24AF6}"/>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04564E5C-2F4E-4DEC-9CCA-C4A969AF8D2B}"/>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52214087-9C0C-4B8E-B4C3-FB0FC4352972}"/>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B9142B12-AFF6-45B5-888C-0448D950DAF8}"/>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79FD9706-FC3D-45E1-83FA-1D8E2F1F40C1}"/>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EE5DECB0-4923-49A6-BC6C-368D1E8057C1}"/>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C8EC0C55-154B-43CC-8B7A-BD67632DB475}"/>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B8CC932D-1CA3-421E-AA90-C0194898A8D9}"/>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A9020ABB-80C9-4EC3-8D14-840B725643C0}"/>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1DFCDC7F-DC9A-4CC1-9B42-F5D9914CA808}"/>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E91EECC8-A41C-4FFA-8480-FC477D21A65F}"/>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35FB72AD-FA16-43E2-BA82-BBEC97628433}"/>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20E61E22-90A4-4B15-A410-BD0529C6D506}"/>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21A75A06-AC3D-4F33-AE43-077F427098CB}"/>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8BFA0490-F3CE-438D-8107-8C133ECCCCC4}"/>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0265A4C7-B55B-468C-976F-AF8EDABECEBB}"/>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561BBDE0-2543-417B-A4C3-390780D63391}"/>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39277525-CB37-4EA6-82D4-53E185E9A076}"/>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E88D77F6-9219-47E9-9B79-1CC1B17FE304}"/>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01B143DA-2BC9-4829-B946-B295F587AC62}"/>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48B09542-62C5-4C37-BD00-A46FC303A205}"/>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68B26EDC-D1A7-4C17-BE23-007ABCD4A741}"/>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B1C77470-A824-4E9D-966E-222170B8D100}"/>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31481E01-9474-4CD6-A668-84F5AB612658}"/>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E68BB48B-BAA3-4966-AD0B-13C159A1F808}"/>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0DE5F97E-42C6-42E6-93E4-989E1FB6C1B2}"/>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FF7F81AE-E155-432A-82E0-B4530EDCC22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AE8CA824-2BDC-4A30-8E39-C3EA41A2FBC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240100601"/>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08B06CF-B474-42DB-A108-C219464B38E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9864B67C-1354-44DD-8205-0FAFE85D05A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0B243122-D64E-4018-ACD0-920867C2FE04}"/>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0514B436-83ED-4002-9A5E-948D1B7FF2E5}"/>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5CE53D3C-68A1-420A-99F1-F64E205D50CE}"/>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237423AE-70C7-4930-9C64-1029882C9AC7}"/>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E2A9B04C-ED1B-4905-B47B-F2D0BADC5336}"/>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3BC58F70-5450-4098-A1EC-752833111312}"/>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36C70E24-CC68-4ED0-86EF-513E17BC8EC8}"/>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EEFF000-9F61-4D4C-B9F1-6B04344305C6}"/>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87DA84D6-DB52-47B6-BE55-51A5A57E011F}"/>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884817C8-26F6-428D-9CD3-F8B7424ABC76}"/>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952CB73E-4737-47AA-8161-22E88EA36D60}"/>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9D98DF7F-A7B0-4522-939B-18DE29C4E5AB}"/>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D6072248-4160-4C55-AA4B-8580CBDEE38D}"/>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F8539A04-7BE0-42BB-BFEA-9A328FDB633A}"/>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4647E07F-83A0-4295-817A-96CE34FE1CA3}"/>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488C254C-22CD-48CA-BC5F-37DA957AB3D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FEA38A80-6604-47FA-A4BC-E504E45DD04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482475889"/>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3EB60F1-ED28-4775-B0F2-E8ACFF0FCEB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58895E0C-0EC2-4A4E-BFFF-E9262A8DFC0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71D2517A-186A-4D87-AE9A-6C81C3F9C753}"/>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BA6B5B7B-4E81-4963-88FC-CB6FA31EEAA2}"/>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B2A41C75-65A5-416E-99C3-A043F1838925}"/>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6DBAAB77-2D57-4DED-AA39-4C62D2153F32}"/>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58A1EC28-E820-4682-BCCB-2113D2F7EAFF}"/>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21D770C4-0561-4DED-AEE3-3AACD81A2155}"/>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0DF26119-488E-4639-8366-97571121D62A}"/>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F80102D-7994-452C-A436-5BE09245470E}"/>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56EAFB99-4928-4508-B9B2-CA1531221C70}"/>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FE8E03AF-E77C-4D40-8CE6-F9CD65A5B38B}"/>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D89074B7-6BEA-4A55-BD2D-BFC0EDD3286A}"/>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54C4E171-A82C-4324-B643-676AAAF94D9E}"/>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B79C32E1-9D05-445E-BFAB-72C834D3A9AA}"/>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71FE96C-568B-4586-8FDC-7946E45D5845}"/>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3F1FF6EF-F133-40E6-B630-7BA086132C64}"/>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16DE7798-89CA-4F07-BA45-9B99462DECDE}"/>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17BFFAA7-D3DB-4BE9-BF85-34C911AD1B8E}"/>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0C1AB1E0-032B-4A71-A895-890E460AA997}"/>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14C8BDC8-C86A-4E3F-B59D-9A2A083AC9BB}"/>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4C99A1F-9DED-46B9-ADDF-1C2F9077584A}"/>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0B328BC2-123D-4579-BCFF-65D090C0BEB2}"/>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52D9ABB7-0B2E-4718-A591-C1E3146641C3}"/>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BBFC94CE-0BA2-407C-8D50-76E7367E3D3D}"/>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5B79EB1E-7416-444D-A559-7E7ACC5635EF}"/>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13C33B4E-8C05-412D-8630-3CACD60FDE38}"/>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5A4C7025-3707-4A86-A7E9-81318E18D431}"/>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58F6D6E8-D742-4DFB-96D7-36C207D87C92}"/>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2DFAAFD5-6D11-4976-A280-A951CC0D5D98}"/>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21A14A30-F657-427E-876F-4184697A3973}"/>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A4DBC75E-D827-447D-8907-67FDDA28A8E7}"/>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A9D36923-4C31-4D9F-8EC2-13D7EBB375BD}"/>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2E7AE033-F1DE-467F-9184-A83F2C2E95A0}"/>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8327B3A0-4266-4350-BB3F-BC93B26B5356}"/>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94F5CCB0-2DCD-4E65-B799-5C7FE208E2D3}"/>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1312859E-8D48-4631-ADE7-1B2E16C60236}"/>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BC709E53-2657-4F7E-AA46-D4260960B799}"/>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5AE416AB-1584-4532-9888-C3A069D36BF0}"/>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0F6EAB05-1AB6-4C8F-A373-782332D5BE5C}"/>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A175D94A-9976-474F-93D3-176C1B4DA477}"/>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D5E78960-05BF-4C9A-937A-23D4109B61F9}"/>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0E0A8FA3-552C-479F-A1CC-1F534C40D17E}"/>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30EAC65-3C6D-4165-BB68-B7A6B5961694}"/>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398C15D8-98F7-4B2B-9B66-EF0549A2851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114F4AEB-4B18-493F-A1C9-90B22358AD4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259785787"/>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A72837-13B0-4FFE-8EDE-A2AB6882FFE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2D1B0E27-54A0-4900-83B2-215CB141E79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302EA6AB-7F87-4737-965A-098200A80BDA}"/>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FAB02174-1426-4C99-919C-48CD84E1F61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3AB66E1E-08D2-46E7-B7B4-BD601712281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25366052"/>
      </p:ext>
    </p:extLst>
  </p:cSld>
</p:sld>
</file>

<file path=ppt/slides/slide2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0941ECF-DF3E-4358-BD8B-9BF0D8F227F2}"/>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C1950ECB-E349-41A5-92E2-D0250C49A9B1}"/>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BB04B400-7C6B-4D50-A17A-837661BA640C}"/>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10B255B2-E5C3-4468-9985-ECB2D40BCBF9}"/>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B5705731-318C-4C6C-BEEA-C34DCB0C0353}"/>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0E701C45-446A-4898-A086-262809317E81}"/>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A0D80F13-35BD-4A1A-9FA4-13ACAD705812}"/>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C6001C85-E240-48E4-8109-313D7E42C45F}"/>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3966F9C3-ECB7-4F3A-8E88-52B69EC0FDAD}"/>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C65325A9-D0A4-4741-AD47-929A67DDE58E}"/>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2517FF20-3873-4B8F-942C-FA614C3FA9BA}"/>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717C4CFB-8E63-4424-A7B2-1AA18685318D}"/>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9F5BA41C-EBA7-475E-A479-3A4B015F754D}"/>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D1503309-B973-491F-A656-E009725C8A1F}"/>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EE68367C-3433-4178-92FF-A1AD33C9526A}"/>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30023F51-F831-4802-B4D6-6EF48EC9B88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C1C82C6D-6992-48A1-9F1C-132B32B0F7C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931615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2026-09-19T06:05:09.5050000Z</dcterms:created>
  <dcterms:modified xsi:type="dcterms:W3CDTF">2026-09-19T06:05:09.5060000Z</dcterms:modified>
</coreProperties>
</file>