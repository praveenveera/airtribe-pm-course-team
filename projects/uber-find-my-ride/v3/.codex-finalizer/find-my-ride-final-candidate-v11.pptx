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ff188b48054ddf" /><Relationship Type="http://schemas.openxmlformats.org/officeDocument/2006/relationships/extended-properties" Target="/docProps/app.xml" Id="R7aebe3f9d91d41e9" /><Relationship Type="http://schemas.openxmlformats.org/officeDocument/2006/relationships/officeDocument" Target="/ppt/presentation.xml" Id="R0fc164896d7e42b1" /></Relationships>
</file>

<file path=ppt/presentation.xml><?xml version="1.0" encoding="utf-8"?>
<p:presentation xmlns:p="http://schemas.openxmlformats.org/presentationml/2006/main">
  <p:sldMasterIdLst>
    <p:sldMasterId xmlns:r="http://schemas.openxmlformats.org/officeDocument/2006/relationships" id="2147483648" r:id="R7188f262336a483d"/>
  </p:sldMasterIdLst>
  <p:notesMasterIdLst>
    <p:notesMasterId xmlns:r="http://schemas.openxmlformats.org/officeDocument/2006/relationships" r:id="R7a45934ded3941d7"/>
  </p:notesMasterIdLst>
  <p:sldIdLst>
    <p:sldId xmlns:r="http://schemas.openxmlformats.org/officeDocument/2006/relationships" id="256" r:id="R4f75ef00914f4c0b"/>
    <p:sldId xmlns:r="http://schemas.openxmlformats.org/officeDocument/2006/relationships" id="257" r:id="R31edb34d629b470e"/>
    <p:sldId xmlns:r="http://schemas.openxmlformats.org/officeDocument/2006/relationships" id="258" r:id="R602bc812f0334ea1"/>
    <p:sldId xmlns:r="http://schemas.openxmlformats.org/officeDocument/2006/relationships" id="259" r:id="R2724bcdc30904cbc"/>
    <p:sldId xmlns:r="http://schemas.openxmlformats.org/officeDocument/2006/relationships" id="260" r:id="Rc8ed129ae95141e1"/>
    <p:sldId xmlns:r="http://schemas.openxmlformats.org/officeDocument/2006/relationships" id="261" r:id="Ra56bf2aab6bb48f6"/>
    <p:sldId xmlns:r="http://schemas.openxmlformats.org/officeDocument/2006/relationships" id="262" r:id="R12c18fb893dd4365"/>
    <p:sldId xmlns:r="http://schemas.openxmlformats.org/officeDocument/2006/relationships" id="263" r:id="R9d8fa6be3bc84577"/>
    <p:sldId xmlns:r="http://schemas.openxmlformats.org/officeDocument/2006/relationships" id="264" r:id="Ref1c2e10b5834d79"/>
    <p:sldId xmlns:r="http://schemas.openxmlformats.org/officeDocument/2006/relationships" id="265" r:id="R4e76104160ff4fd1"/>
    <p:sldId xmlns:r="http://schemas.openxmlformats.org/officeDocument/2006/relationships" id="266" r:id="Ra72f8e60f39045bc"/>
    <p:sldId xmlns:r="http://schemas.openxmlformats.org/officeDocument/2006/relationships" id="267" r:id="R7ea749f279ae4d5c"/>
    <p:sldId xmlns:r="http://schemas.openxmlformats.org/officeDocument/2006/relationships" id="268" r:id="R29aec0da2aa64844"/>
    <p:sldId xmlns:r="http://schemas.openxmlformats.org/officeDocument/2006/relationships" id="269" r:id="R4176fd3d5eb74929"/>
    <p:sldId xmlns:r="http://schemas.openxmlformats.org/officeDocument/2006/relationships" id="270" r:id="Re7597cf3e7c144e0"/>
    <p:sldId xmlns:r="http://schemas.openxmlformats.org/officeDocument/2006/relationships" id="271" r:id="R1b764f4cd0c54995"/>
    <p:sldId xmlns:r="http://schemas.openxmlformats.org/officeDocument/2006/relationships" id="272" r:id="Ra51b18ff3979487b"/>
    <p:sldId xmlns:r="http://schemas.openxmlformats.org/officeDocument/2006/relationships" id="273" r:id="Ra93baa7066c04cf4"/>
    <p:sldId xmlns:r="http://schemas.openxmlformats.org/officeDocument/2006/relationships" id="274" r:id="R1a7305a7eba74e3e"/>
    <p:sldId xmlns:r="http://schemas.openxmlformats.org/officeDocument/2006/relationships" id="275" r:id="R5b552e8273b14dff"/>
    <p:sldId xmlns:r="http://schemas.openxmlformats.org/officeDocument/2006/relationships" id="276" r:id="R33399cde77a244cf"/>
    <p:sldId xmlns:r="http://schemas.openxmlformats.org/officeDocument/2006/relationships" id="277" r:id="Rd8e4901b601345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1a7a595b334118" /><Relationship Type="http://schemas.openxmlformats.org/officeDocument/2006/relationships/slideMaster" Target="/ppt/slideMasters/slideMaster1.xml" Id="R7188f262336a483d" /><Relationship Type="http://schemas.openxmlformats.org/officeDocument/2006/relationships/notesMaster" Target="/ppt/notesMasters/notesMaster1.xml" Id="R7a45934ded3941d7" /><Relationship Type="http://schemas.openxmlformats.org/officeDocument/2006/relationships/presProps" Target="/ppt/presProps.xml" Id="R2066c6f813314dc4" /><Relationship Type="http://schemas.openxmlformats.org/officeDocument/2006/relationships/tableStyles" Target="/ppt/tableStyles.xml" Id="R43b24405c8474a01" /><Relationship Type="http://schemas.openxmlformats.org/officeDocument/2006/relationships/slide" Target="/ppt/slides/slide1.xml" Id="R4f75ef00914f4c0b" /><Relationship Type="http://schemas.openxmlformats.org/officeDocument/2006/relationships/slide" Target="/ppt/slides/slide2.xml" Id="R31edb34d629b470e" /><Relationship Type="http://schemas.openxmlformats.org/officeDocument/2006/relationships/slide" Target="/ppt/slides/slide3.xml" Id="R602bc812f0334ea1" /><Relationship Type="http://schemas.openxmlformats.org/officeDocument/2006/relationships/slide" Target="/ppt/slides/slide4.xml" Id="R2724bcdc30904cbc" /><Relationship Type="http://schemas.openxmlformats.org/officeDocument/2006/relationships/slide" Target="/ppt/slides/slide5.xml" Id="Rc8ed129ae95141e1" /><Relationship Type="http://schemas.openxmlformats.org/officeDocument/2006/relationships/slide" Target="/ppt/slides/slide6.xml" Id="Ra56bf2aab6bb48f6" /><Relationship Type="http://schemas.openxmlformats.org/officeDocument/2006/relationships/slide" Target="/ppt/slides/slide7.xml" Id="R12c18fb893dd4365" /><Relationship Type="http://schemas.openxmlformats.org/officeDocument/2006/relationships/slide" Target="/ppt/slides/slide8.xml" Id="R9d8fa6be3bc84577" /><Relationship Type="http://schemas.openxmlformats.org/officeDocument/2006/relationships/slide" Target="/ppt/slides/slide9.xml" Id="Ref1c2e10b5834d79" /><Relationship Type="http://schemas.openxmlformats.org/officeDocument/2006/relationships/slide" Target="/ppt/slides/slide10.xml" Id="R4e76104160ff4fd1" /><Relationship Type="http://schemas.openxmlformats.org/officeDocument/2006/relationships/slide" Target="/ppt/slides/slide11.xml" Id="Ra72f8e60f39045bc" /><Relationship Type="http://schemas.openxmlformats.org/officeDocument/2006/relationships/slide" Target="/ppt/slides/slide12.xml" Id="R7ea749f279ae4d5c" /><Relationship Type="http://schemas.openxmlformats.org/officeDocument/2006/relationships/slide" Target="/ppt/slides/slide13.xml" Id="R29aec0da2aa64844" /><Relationship Type="http://schemas.openxmlformats.org/officeDocument/2006/relationships/slide" Target="/ppt/slides/slide14.xml" Id="R4176fd3d5eb74929" /><Relationship Type="http://schemas.openxmlformats.org/officeDocument/2006/relationships/slide" Target="/ppt/slides/slide15.xml" Id="Re7597cf3e7c144e0" /><Relationship Type="http://schemas.openxmlformats.org/officeDocument/2006/relationships/slide" Target="/ppt/slides/slide16.xml" Id="R1b764f4cd0c54995" /><Relationship Type="http://schemas.openxmlformats.org/officeDocument/2006/relationships/slide" Target="/ppt/slides/slide17.xml" Id="Ra51b18ff3979487b" /><Relationship Type="http://schemas.openxmlformats.org/officeDocument/2006/relationships/slide" Target="/ppt/slides/slide18.xml" Id="Ra93baa7066c04cf4" /><Relationship Type="http://schemas.openxmlformats.org/officeDocument/2006/relationships/slide" Target="/ppt/slides/slide19.xml" Id="R1a7305a7eba74e3e" /><Relationship Type="http://schemas.openxmlformats.org/officeDocument/2006/relationships/slide" Target="/ppt/slides/slide20.xml" Id="R5b552e8273b14dff" /><Relationship Type="http://schemas.openxmlformats.org/officeDocument/2006/relationships/slide" Target="/ppt/slides/slide21.xml" Id="R33399cde77a244cf" /><Relationship Type="http://schemas.openxmlformats.org/officeDocument/2006/relationships/slide" Target="/ppt/slides/slide22.xml" Id="Rd8e4901b601345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3bc52239bb4a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36ad96166b4216" /><Relationship Type="http://schemas.openxmlformats.org/officeDocument/2006/relationships/notesMaster" Target="/ppt/notesMasters/notesMaster1.xml" Id="Rfda8ffb37c804e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6f531e447242fb" /><Relationship Type="http://schemas.openxmlformats.org/officeDocument/2006/relationships/notesMaster" Target="/ppt/notesMasters/notesMaster1.xml" Id="Rbc848ad4e54f4e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867ed7194e4595" /><Relationship Type="http://schemas.openxmlformats.org/officeDocument/2006/relationships/notesMaster" Target="/ppt/notesMasters/notesMaster1.xml" Id="R721f7965f8d448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c409bf3a11464b" /><Relationship Type="http://schemas.openxmlformats.org/officeDocument/2006/relationships/notesMaster" Target="/ppt/notesMasters/notesMaster1.xml" Id="R544748be998f4a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6bd32852224da3" /><Relationship Type="http://schemas.openxmlformats.org/officeDocument/2006/relationships/notesMaster" Target="/ppt/notesMasters/notesMaster1.xml" Id="R0d47dcc1a8db45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cfb442f84748af" /><Relationship Type="http://schemas.openxmlformats.org/officeDocument/2006/relationships/notesMaster" Target="/ppt/notesMasters/notesMaster1.xml" Id="Ra8a5cbffcc7d46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2bbc6ab6d14318" /><Relationship Type="http://schemas.openxmlformats.org/officeDocument/2006/relationships/notesMaster" Target="/ppt/notesMasters/notesMaster1.xml" Id="R214d800bd7a24c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e09ef519094cc9" /><Relationship Type="http://schemas.openxmlformats.org/officeDocument/2006/relationships/notesMaster" Target="/ppt/notesMasters/notesMaster1.xml" Id="R0693f01ddf6540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ca0715783245cf" /><Relationship Type="http://schemas.openxmlformats.org/officeDocument/2006/relationships/notesMaster" Target="/ppt/notesMasters/notesMaster1.xml" Id="R6950faa1712542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192c1be07b4df8" /><Relationship Type="http://schemas.openxmlformats.org/officeDocument/2006/relationships/notesMaster" Target="/ppt/notesMasters/notesMaster1.xml" Id="R2d67ec0229994f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9af16256714516" /><Relationship Type="http://schemas.openxmlformats.org/officeDocument/2006/relationships/notesMaster" Target="/ppt/notesMasters/notesMaster1.xml" Id="Rade7bbb903484c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f356f07d554cd9" /><Relationship Type="http://schemas.openxmlformats.org/officeDocument/2006/relationships/notesMaster" Target="/ppt/notesMasters/notesMaster1.xml" Id="Rc220b546596e4a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dac022167e4fa7" /><Relationship Type="http://schemas.openxmlformats.org/officeDocument/2006/relationships/notesMaster" Target="/ppt/notesMasters/notesMaster1.xml" Id="R68132039065e4b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28aff14b8b4c09" /><Relationship Type="http://schemas.openxmlformats.org/officeDocument/2006/relationships/notesMaster" Target="/ppt/notesMasters/notesMaster1.xml" Id="R57c7eaddefe144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62dd4cd94f4bf6" /><Relationship Type="http://schemas.openxmlformats.org/officeDocument/2006/relationships/notesMaster" Target="/ppt/notesMasters/notesMaster1.xml" Id="Re97217b77dc641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9c6e71d6509412c" /><Relationship Type="http://schemas.openxmlformats.org/officeDocument/2006/relationships/notesMaster" Target="/ppt/notesMasters/notesMaster1.xml" Id="R569893c0540b450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a82fa8cd0b64bb1" /><Relationship Type="http://schemas.openxmlformats.org/officeDocument/2006/relationships/notesMaster" Target="/ppt/notesMasters/notesMaster1.xml" Id="R0365d96bb3ce403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73bc2da0460423c" /><Relationship Type="http://schemas.openxmlformats.org/officeDocument/2006/relationships/notesMaster" Target="/ppt/notesMasters/notesMaster1.xml" Id="R44678b92b7d148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8224d935e54209" /><Relationship Type="http://schemas.openxmlformats.org/officeDocument/2006/relationships/notesMaster" Target="/ppt/notesMasters/notesMaster1.xml" Id="R24d349d46e834b2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214cf01ed944c44" /><Relationship Type="http://schemas.openxmlformats.org/officeDocument/2006/relationships/notesMaster" Target="/ppt/notesMasters/notesMaster1.xml" Id="R270d339b20db4db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b9f79c033b840e4" /><Relationship Type="http://schemas.openxmlformats.org/officeDocument/2006/relationships/notesMaster" Target="/ppt/notesMasters/notesMaster1.xml" Id="Rdcab7502be1648c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093a6de57524115" /><Relationship Type="http://schemas.openxmlformats.org/officeDocument/2006/relationships/notesMaster" Target="/ppt/notesMasters/notesMaster1.xml" Id="R879e9f0160cf40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Hello. This project is called Find My Ride. It studies a stressful moment after booking. The driver is nearby, but the rider and driver still cannot find each other. I wanted to understand why pickup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could not complete ten live interviews. Instead, I built an online survey app in three languages, with separate questions for riders and drivers.</a:t>
            </a:r>
          </a:p>
          <a:p xmlns:a="http://schemas.openxmlformats.org/drawingml/2006/main">
            <a:r>
              <a:t/>
            </a:r>
          </a:p>
          <a:p xmlns:a="http://schemas.openxmlformats.org/drawingml/2006/main">
            <a:r>
              <a:t>After removing one duplicate, I had sixty-two responses. Fifty-eight were riders and four were drivers. Thirty people wrote answers, and eleven shared detailed experiences. The survey gave useful signals, but no live follow-up. So, it does not replace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also reviewed how other services handle pickups. Uber already guides Hyderabad airport riders to the D1 pickup zone. Other services use meeting points, pickup notes, venue pictures, and access information.</a:t>
            </a:r>
          </a:p>
          <a:p xmlns:a="http://schemas.openxmlformats.org/drawingml/2006/main">
            <a:r>
              <a:t/>
            </a:r>
          </a:p>
          <a:p xmlns:a="http://schemas.openxmlformats.org/drawingml/2006/main">
            <a:r>
              <a:t>These examples show possible approaches, but they do not prove local demand. The opportunity is to improve guidance when the pickup pin is not enough.</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Reliable public data was not available for an exact market size. We would need Hyderabad pickup volume, the share from complex places, and the share facing difficulty. So, I show the sizing method instead of making up a number.</a:t>
            </a:r>
          </a:p>
          <a:p xmlns:a="http://schemas.openxmlformats.org/drawingml/2006/main">
            <a:r>
              <a:t/>
            </a:r>
          </a:p>
          <a:p xmlns:a="http://schemas.openxmlformats.org/drawingml/2006/main">
            <a:r>
              <a:t>The survey points to airports, gated communities, malls, offices, and stations. Here, location type matters more than age or income.</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goal was to understand what goes wrong during a difficult pickup and how people solve it today.</a:t>
            </a:r>
          </a:p>
          <a:p xmlns:a="http://schemas.openxmlformats.org/drawingml/2006/main">
            <a:r>
              <a:t/>
            </a:r>
          </a:p>
          <a:p xmlns:a="http://schemas.openxmlformats.org/drawingml/2006/main">
            <a:r>
              <a:t>The problem statement is simple. At complex locations, the map pin may show the right area, but the rider and driver still lack one clear meeting place. This causes calls, waiting, movement, and delay.</a:t>
            </a:r>
          </a:p>
          <a:p xmlns:a="http://schemas.openxmlformats.org/drawingml/2006/main">
            <a:r>
              <a:t/>
            </a:r>
          </a:p>
          <a:p xmlns:a="http://schemas.openxmlformats.org/drawingml/2006/main">
            <a:r>
              <a:t>The rider is the main user, and the driver is also affected. Success means fewer calls and a faster trip start after the driver arrives. The appendix shows the check I used to keep this focused on the problem before choosing a feature.</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These are the main survey questions. People described their latest difficult pickup, where it happened, what the app showed, when confusion started, what they did next, and what helped.</a:t>
            </a:r>
          </a:p>
          <a:p xmlns:a="http://schemas.openxmlformats.org/drawingml/2006/main">
            <a:r>
              <a:t/>
            </a:r>
          </a:p>
          <a:p xmlns:a="http://schemas.openxmlformats.org/drawingml/2006/main">
            <a:r>
              <a:t>Drivers were also asked what stopped them from reaching the rider. All answers were online, without live follow-up.</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problem affected many people in the sample, but not everyone. Twenty-four out of fifty-one recent Uber car users reported difficulty or uncertainty.</a:t>
            </a:r>
          </a:p>
          <a:p xmlns:a="http://schemas.openxmlformats.org/drawingml/2006/main">
            <a:r>
              <a:t/>
            </a:r>
          </a:p>
          <a:p xmlns:a="http://schemas.openxmlformats.org/drawingml/2006/main">
            <a:r>
              <a:t>Among twenty-eight problem cases, twenty-three had faced the problem before. Twenty said calling or messaging helped, while six said nothing helped. These numbers describe this sample only. They do not represent all Hyderabad users.</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Most difficult pickups happened at airports, gated communities, malls, offices, and stations. Calling was the most common solution. People also waited or moved.</a:t>
            </a:r>
          </a:p>
          <a:p xmlns:a="http://schemas.openxmlformats.org/drawingml/2006/main">
            <a:r>
              <a:t/>
            </a:r>
          </a:p>
          <a:p xmlns:a="http://schemas.openxmlformats.org/drawingml/2006/main">
            <a:r>
              <a:t>This shows that riders and drivers often solve the final pickup step themselves. The appendix contains all ten insights and the evidence behind each one.</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direction is simple. Help the rider and driver agree on a clear meeting place when pickup becomes difficult.</a:t>
            </a:r>
          </a:p>
          <a:p xmlns:a="http://schemas.openxmlformats.org/drawingml/2006/main">
            <a:r>
              <a:t/>
            </a:r>
          </a:p>
          <a:p xmlns:a="http://schemas.openxmlformats.org/drawingml/2006/main">
            <a:r>
              <a:t>First, test a structured meeting note. Next, test help for a stuck pickup. Finally, test guidance for selected venues. This is a test order, not a final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first test is a short note before the driver arrives. At a complex location, the rider can share the gate, landmark, road side, or waiting spot.</a:t>
            </a:r>
          </a:p>
          <a:p xmlns:a="http://schemas.openxmlformats.org/drawingml/2006/main">
            <a:r>
              <a:t/>
            </a:r>
          </a:p>
          <a:p xmlns:a="http://schemas.openxmlformats.org/drawingml/2006/main">
            <a:r>
              <a:t>We should test whether this reduces calls, waiting, pickup-point changes, and cancellations. It should appear only where useful, so normal pickups stay quick.</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second idea is guided recovery. If the rider and driver cannot connect, the app can suggest the next step, such as confirming the meeting point or calling.</a:t>
            </a:r>
          </a:p>
          <a:p xmlns:a="http://schemas.openxmlformats.org/drawingml/2006/main">
            <a:r>
              <a:t/>
            </a:r>
          </a:p>
          <a:p xmlns:a="http://schemas.openxmlformats.org/drawingml/2006/main">
            <a:r>
              <a:t>The third idea is verified pickup guidance for a few complex venues. Uber would need regular updates, because old venue information could create more confusion.</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structured meeting note first. It is the smallest idea that directly addresses the problem we observed.</a:t>
            </a:r>
          </a:p>
          <a:p xmlns:a="http://schemas.openxmlformats.org/drawingml/2006/main">
            <a:r>
              <a:t/>
            </a:r>
          </a:p>
          <a:p xmlns:a="http://schemas.openxmlformats.org/drawingml/2006/main">
            <a:r>
              <a:t>The research has gaps. I did not complete live interviews, only four drivers responded, and the sample does not represent Hyderabad. Next, we should interview riders and drivers, then test at a few complex locations using actual pickup-delay data.</a:t>
            </a:r>
          </a:p>
          <a:p xmlns:a="http://schemas.openxmlformats.org/drawingml/2006/main">
            <a:r>
              <a:t/>
            </a:r>
          </a:p>
          <a:p xmlns:a="http://schemas.openxmlformats.org/drawingml/2006/main">
            <a:r>
              <a:t>The appendix and evidence ZIP contain the supporting material. Thank you.</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quality check keeps the work focused on the user problem before selecting a feature. The current frame is strong, but validation remains directional because moderated interviews and stronger driver evidence are still pending.</a:t>
            </a:r>
          </a:p>
          <a:p xmlns:a="http://schemas.openxmlformats.org/drawingml/2006/main">
            <a:r>
              <a:t/>
            </a:r>
          </a:p>
          <a:p xmlns:a="http://schemas.openxmlformats.org/drawingml/2006/main">
            <a:r>
              <a:t>Sources:</a:t>
            </a:r>
          </a:p>
          <a:p xmlns:a="http://schemas.openxmlformats.org/drawingml/2006/main">
            <a:r>
              <a:t>Concept adapted from the user-provided Good &amp; Bad Problem Framing reference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eb1064102e49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3ad4c7fd374b47" /><Relationship Type="http://schemas.openxmlformats.org/officeDocument/2006/relationships/slideLayout" Target="/ppt/slideLayouts/slideLayout1.xml" Id="R4a4ab1184edf41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4ab1184edf41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cee625913340ff" /><Relationship Type="http://schemas.openxmlformats.org/officeDocument/2006/relationships/notesSlide" Target="/ppt/notesSlides/notesSlide1.xml" Id="R09e43bfa3bf744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f3079cf22e4ee6" /><Relationship Type="http://schemas.openxmlformats.org/officeDocument/2006/relationships/image" Target="/ppt/media/image.png" Id="R9365feab1c16471d" /><Relationship Type="http://schemas.openxmlformats.org/officeDocument/2006/relationships/hyperlink" Target="https://praveenveera.github.io/uber-pickup-survey/" TargetMode="External" Id="R35df739594854dd3" /><Relationship Type="http://schemas.openxmlformats.org/officeDocument/2006/relationships/notesSlide" Target="/ppt/notesSlides/notesSlide2.xml" Id="Rbd3e8286f41149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493bc0593a4f43" /><Relationship Type="http://schemas.openxmlformats.org/officeDocument/2006/relationships/notesSlide" Target="/ppt/notesSlides/notesSlide3.xml" Id="R2830743663544b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f6f05675ea49c8" /><Relationship Type="http://schemas.openxmlformats.org/officeDocument/2006/relationships/notesSlide" Target="/ppt/notesSlides/notesSlide4.xml" Id="R70517f140cd748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2a9a41a9474c77" /><Relationship Type="http://schemas.openxmlformats.org/officeDocument/2006/relationships/notesSlide" Target="/ppt/notesSlides/notesSlide5.xml" Id="Ra71de5fb10cc47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4ee7d0857c40c9" /><Relationship Type="http://schemas.openxmlformats.org/officeDocument/2006/relationships/notesSlide" Target="/ppt/notesSlides/notesSlide6.xml" Id="R02d9712c171846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f6294839c041b9" /><Relationship Type="http://schemas.openxmlformats.org/officeDocument/2006/relationships/notesSlide" Target="/ppt/notesSlides/notesSlide7.xml" Id="R6c17659a64e34e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ccd06ffae24bfc" /><Relationship Type="http://schemas.openxmlformats.org/officeDocument/2006/relationships/notesSlide" Target="/ppt/notesSlides/notesSlide8.xml" Id="Ra38f3df66e634e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010e17c682b482d" /><Relationship Type="http://schemas.openxmlformats.org/officeDocument/2006/relationships/notesSlide" Target="/ppt/notesSlides/notesSlide9.xml" Id="Ra3bfc889f30646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7b13af82e64fd2" /><Relationship Type="http://schemas.openxmlformats.org/officeDocument/2006/relationships/notesSlide" Target="/ppt/notesSlides/notesSlide10.xml" Id="R5c9c0afe2da24a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49233b69a2d4f3d" /><Relationship Type="http://schemas.openxmlformats.org/officeDocument/2006/relationships/notesSlide" Target="/ppt/notesSlides/notesSlide11.xml" Id="R14a15fae67d64f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f263466996427b" /><Relationship Type="http://schemas.openxmlformats.org/officeDocument/2006/relationships/notesSlide" Target="/ppt/notesSlides/notesSlide12.xml" Id="Ra671c7541d6541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538a312513a4cc0" /><Relationship Type="http://schemas.openxmlformats.org/officeDocument/2006/relationships/notesSlide" Target="/ppt/notesSlides/notesSlide13.xml" Id="R014bc761523e41b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4140dc74afd4d74" /><Relationship Type="http://schemas.openxmlformats.org/officeDocument/2006/relationships/image" Target="/ppt/media/image2.png" Id="R8a973031e83a419c" /><Relationship Type="http://schemas.openxmlformats.org/officeDocument/2006/relationships/image" Target="/ppt/media/image3.png" Id="R8f4ecf3ce0b74e97" /><Relationship Type="http://schemas.openxmlformats.org/officeDocument/2006/relationships/notesSlide" Target="/ppt/notesSlides/notesSlide14.xml" Id="R9e5e25c4b0e949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06b095b5bbf4c55" /><Relationship Type="http://schemas.openxmlformats.org/officeDocument/2006/relationships/notesSlide" Target="/ppt/notesSlides/notesSlide15.xml" Id="R3d2e47d88d1740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069c4b4fd3e4eef" /><Relationship Type="http://schemas.openxmlformats.org/officeDocument/2006/relationships/notesSlide" Target="/ppt/notesSlides/notesSlide16.xml" Id="R2e8bdba477da4f2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8a9946941de4509" /><Relationship Type="http://schemas.openxmlformats.org/officeDocument/2006/relationships/notesSlide" Target="/ppt/notesSlides/notesSlide17.xml" Id="R4e2165c82edb467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990924829784047" /><Relationship Type="http://schemas.openxmlformats.org/officeDocument/2006/relationships/notesSlide" Target="/ppt/notesSlides/notesSlide18.xml" Id="Rde975297a1cf444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4f1c304f24b4548" /><Relationship Type="http://schemas.openxmlformats.org/officeDocument/2006/relationships/notesSlide" Target="/ppt/notesSlides/notesSlide19.xml" Id="Rd31375b0d3e64b4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bb4d02af7754b44" /><Relationship Type="http://schemas.openxmlformats.org/officeDocument/2006/relationships/notesSlide" Target="/ppt/notesSlides/notesSlide20.xml" Id="Re0ebd8dece0c4b4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64e9460c7364cb9" /><Relationship Type="http://schemas.openxmlformats.org/officeDocument/2006/relationships/notesSlide" Target="/ppt/notesSlides/notesSlide21.xml" Id="Rc249aca0aec04c0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fb83095538b4dd8" /><Relationship Type="http://schemas.openxmlformats.org/officeDocument/2006/relationships/notesSlide" Target="/ppt/notesSlides/notesSlide22.xml" Id="R0319f78b7f6246a6"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872FF85-2888-4385-A7D5-80A00F9DEDF4}"/>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53453043-0B78-490D-A583-0FD47FC38D35}"/>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A5313513-6AEF-474B-B586-15900DDF560E}"/>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8CF511FA-314C-4C56-8A87-818AFEF15491}"/>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8201183-C0D4-437E-9606-C9A50596536A}"/>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632E7C40-69B3-4E76-A03A-3B6E9DABF486}"/>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ADBA0812-4322-422D-883A-D9CCD5EDF34C}"/>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E6CAC25-481F-4BFD-BBF9-A4903B18E638}"/>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E77335F7-06B2-4839-BF47-CAD7421CD91E}"/>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87B7534A-F2C8-4AF5-9CB6-E301A8EA37BD}"/>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D8FFFA5-5A77-46FA-8669-9E4482701930}"/>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BB75A083-3822-493A-AAE2-E07353B0F76A}"/>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378DA647-A749-40F5-B999-1674BDC2FF58}"/>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57A004B-A741-4D9B-9A0A-649861936AA5}"/>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4EEFD363-3203-4F36-ACEC-251E190B3274}"/>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6E24DD2E-B681-4139-A85A-2B0E5531F95A}"/>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261501017"/>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8712126-3AB0-4AB2-8EB7-4A6E2626B86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4AD636D3-5872-4A56-8490-D9492D4E910F}"/>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1A8748B9-61C1-43DD-A3EB-F0366D4941E9}"/>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1F78798E-E82B-48A0-A138-C7B20C2B863A}"/>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309DEDBB-23B6-4F0E-8DA0-A2D76C71D791}"/>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529D2DB1-8948-4E29-88D0-BBF74097B3A8}"/>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0E515642-137E-4E42-A70A-7D99B80E6D3C}"/>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E49A4492-36F0-4DE0-A831-49E135203FEC}"/>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EFEEAB6D-0789-480B-A2FE-40EF6A6F32B2}"/>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8876733B-DF99-4DB9-A75E-4E4044AC60E2}"/>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12038460-472E-4138-A2B3-B3FDA23F51A6}"/>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4D63555A-0553-49B2-BA1E-C74F2618F67B}"/>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F58A37C0-1DEF-4301-B403-8410209AA38A}"/>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ECA95557-B088-4998-AE87-92214A8E6869}"/>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365feab1c16471d"/>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74D056F0-705F-44AA-995A-FF20CC1BF1B0}"/>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35df739594854dd3"/>
              </a:rPr>
              <a:t>https://praveenveera.github.io/uber-pickup-survey/</a:t>
            </a:r>
          </a:p>
        </p:txBody>
      </p:sp>
      <p:sp>
        <p:nvSpPr>
          <p:cNvPr id="17" name="">
            <a:extLst xmlns:a="http://schemas.openxmlformats.org/drawingml/2006/main">
              <a:ext uri="{FF2B5EF4-FFF2-40B4-BE49-F238E27FC236}">
                <a16:creationId xmlns:a16="http://schemas.microsoft.com/office/drawing/2014/main" id="{2D289063-3BDA-4F9D-99A9-50AA2BC438B0}"/>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063F6539-5561-4772-AB69-C030198430C9}"/>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5C4963CF-99E3-4470-A313-82949225E86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9C159EBF-A64F-4C91-AB94-D8A2461456B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237799450"/>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C25F3A8-243C-409A-A34A-0FC4B6E0F8B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09FFADDD-C14F-4959-BAF9-ADB165445FF7}"/>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0089C904-292A-4395-B0C1-E15951B6239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1F612656-E05E-4B62-B577-9B73F2E2009B}"/>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8873CE32-4355-44A6-903B-DCF299E016A0}"/>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72727521-DF66-4367-9DFF-3DCD079AA39D}"/>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85E8898B-779F-4DCD-8ED1-A0D8E3BA93A4}"/>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C3274981-B6BF-4055-BB05-50BEABE67FEA}"/>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90394161-2159-4B7A-A82A-BBF81CC94D89}"/>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F33786DD-6C61-4E70-B8F1-9EDBC23D9D0B}"/>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1FDF79AC-1364-4FD0-AF38-60F4C14FEC35}"/>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ACC8E414-64B5-4366-85DF-B75FDC285FF9}"/>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DE8A529C-18C1-40A2-BA36-B07664AD8538}"/>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1B1A516-0A6D-4917-AA48-2611AFC0A46C}"/>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4B09F8F4-C2F7-4255-80EB-E5794C0AA25F}"/>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F5EFC980-BB8E-4B74-AA8B-16DD0235C7ED}"/>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6FD1A6D-AD51-449E-8DD0-781407698F18}"/>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5802DF91-3D88-4F2A-8B44-95687BBE508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727CA08D-07C6-44A5-B693-124A43FFB46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826580833"/>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F964E89-9F2B-435B-A6B8-B5B21314174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6BCDC6F7-45C4-43BA-898E-FF54C20C1791}"/>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DECB615E-BC5F-4706-88F0-80E85E47B5DA}"/>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C4D6AD71-8D97-4762-8AF7-69A67B708B71}"/>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02D55074-1A0C-452E-8C1D-33A54C07D61C}"/>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088B58EC-5C3F-4308-86EF-E39BDCD1DE4B}"/>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1CEB92EB-5CAB-46DC-80A3-AA0CD6DF3BD4}"/>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91083740-D1C3-42D8-816D-7527CE4FFD9D}"/>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C6B1895B-4C0F-49AF-9A2D-52CF95649ED9}"/>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06994FA3-A172-4691-BD5B-2DC033BB80EB}"/>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C6EBD522-993F-46E0-9B11-D6E16662B0B1}"/>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50408853-6422-4193-BBA0-2DB00FC38589}"/>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239DE1CC-7DBC-4FCC-8F09-7E07D8CB57B8}"/>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2F045D7-25F8-42AE-9E0D-437DD58F08D9}"/>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7EB55EF9-E63E-4F0E-B395-1309FEE041FF}"/>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BADCE18D-000D-4159-A03B-DCE730EA3E62}"/>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1C1EBC7-73DF-410D-BD77-8AA77910D165}"/>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91D0855E-59FA-48ED-8D9A-A5DD7304AD7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469820BB-0CC4-4AAF-8C4A-D878F10AC2D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118710896"/>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3BC5165-8DE3-46A6-A28B-9D2F2C7C241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92E10BB9-E2F8-4840-B6C5-D76A1995947E}"/>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9E92D45F-FE97-4063-943A-62D5D8404AAC}"/>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7C390277-9886-444B-BA7A-4BEACA539338}"/>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FF45F78-EC4E-4289-B906-C9D593F78E1D}"/>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F4405758-A4E8-4413-9C44-4B1EDC8535D4}"/>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4248B48C-9E52-46B6-B196-3597ED4FDFD3}"/>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FEF87E04-E892-4ACD-8349-8B250AD02D06}"/>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47FF7415-A69C-4EF8-B4A1-0A7EAD516367}"/>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8CB0730B-955D-4759-BE8C-F7C9DD6FAF4E}"/>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E7CE96EB-F73A-4E97-8BA5-44FB1862A548}"/>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4E806AB6-6DC8-4975-B389-D9F4EBF140E1}"/>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451DB31-6B4B-4FE7-B596-D563596C258A}"/>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AA574425-2B54-4F22-A8C9-63637010603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91667544-2A09-48B5-93EA-8724FDD0BA4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1297172981"/>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F521A1-F524-4262-8AD2-EF9E20C9597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INTERVIEW QUESTIONS</a:t>
            </a:r>
          </a:p>
        </p:txBody>
      </p:sp>
      <p:sp>
        <p:nvSpPr>
          <p:cNvPr id="2" name="">
            <a:extLst xmlns:a="http://schemas.openxmlformats.org/drawingml/2006/main">
              <a:ext uri="{FF2B5EF4-FFF2-40B4-BE49-F238E27FC236}">
                <a16:creationId xmlns:a16="http://schemas.microsoft.com/office/drawing/2014/main" id="{17234BAD-2986-4A24-8E2F-8CAD5F62D71D}"/>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Ten questions adapted for the online instrument</a:t>
            </a:r>
          </a:p>
        </p:txBody>
      </p:sp>
      <p:sp>
        <p:nvSpPr>
          <p:cNvPr id="3" name="">
            <a:extLst xmlns:a="http://schemas.openxmlformats.org/drawingml/2006/main">
              <a:ext uri="{FF2B5EF4-FFF2-40B4-BE49-F238E27FC236}">
                <a16:creationId xmlns:a16="http://schemas.microsoft.com/office/drawing/2014/main" id="{EFED8AC9-D1BE-49FC-B47E-E643C16E01B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Required interview prompts used asynchronously; no live follow-up or probing.</a:t>
            </a:r>
          </a:p>
        </p:txBody>
      </p:sp>
      <p:sp>
        <p:nvSpPr>
          <p:cNvPr id="4" name="">
            <a:extLst xmlns:a="http://schemas.openxmlformats.org/drawingml/2006/main">
              <a:ext uri="{FF2B5EF4-FFF2-40B4-BE49-F238E27FC236}">
                <a16:creationId xmlns:a16="http://schemas.microsoft.com/office/drawing/2014/main" id="{68CDF235-44A5-4C1F-A2BE-0BF817004540}"/>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B4069455-654F-4049-83AE-1549DA6303D7}"/>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9882E11-DFF6-43B5-B913-DB5A9DF9152F}"/>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B930D4A5-07DD-4448-96D4-97DF7BCE019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F8D4F14E-69D7-42CE-B2D6-560A5EA4FA2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627052509"/>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B37F155-B057-4A4A-A5A8-2D482C44D8E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45C203C1-1061-43F2-98FF-AC7607E0CC2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3EF9B59D-4723-4EAB-9F5D-F29E528BC3D3}"/>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EF084979-9849-46B0-A2AC-9B0983820C3B}"/>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DE0CD3-D9F6-494F-8328-A0C0C3E7B3D0}"/>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B22FD475-B917-41FA-B619-2D16945B212D}"/>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BA4564BF-B83B-4DF1-996B-4DDA0576D247}"/>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0A077D8-4C05-4E82-A911-905241FF7885}"/>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40C5679A-629A-4926-80AE-A6E0F0F7C8F7}"/>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28A208D6-76E2-4A64-B75C-8D7D947F43BE}"/>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13806C0-599B-4638-BD5C-16B76561A191}"/>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1406F240-4DEB-4B3A-A95C-87A3087078C9}"/>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A2C778E2-B0BA-4603-95A3-6E6875085968}"/>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4420FD6-F845-4AF3-B993-218C91FF8936}"/>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D7F68E5E-EEF3-4F34-BEC0-3A38C0851B27}"/>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A421A1F8-1DCA-42E5-AAD1-8374FB91DF20}"/>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6E7CDC6-1313-4714-AF05-26A913BD68E8}"/>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EBCB0631-0ECF-48A5-B98C-1B74B649E444}"/>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29BF12FF-8332-4784-9DCA-5E3CEF6DC672}"/>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2BCA2A3-9507-4CCD-B42F-2ADE71019D62}"/>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6B2E5219-ED6E-4023-BC52-7B4D9A0FEB9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446A3478-8B83-4F00-B798-348AA52B589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1877414670"/>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DE08A10C-E6E5-4379-BE83-2E22D525290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45CC2203-0E47-4B03-BD6D-A58DD1994200}"/>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313C34CD-3281-40A1-AFDC-9C32C5F52C1B}"/>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FFECBADD-1F7A-4313-A07E-E75E07AA4D5D}"/>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64CAD939-F3F6-4A16-92C9-287104C5100B}"/>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846BBB17-BC0F-42D8-88C8-6019859384D5}"/>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CDC2238-6BD3-4A52-99BC-2C4A13637A82}"/>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4C28957-DAA5-4044-9825-3F41AAC91B26}"/>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ABDAF992-B3D9-4A0B-9CAD-7A060B91D1DE}"/>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8495BBB3-164D-43C8-A2E6-B90FBA4C4657}"/>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2096B7A-2E01-451E-9B4F-C470F9033FB7}"/>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45E920F-EA67-4CCA-826B-54E8D019E52B}"/>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68759042-9569-4BA5-9D49-0F4AE1CA08B3}"/>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FE1199E7-19C4-40EE-9D47-3F728682DE28}"/>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E6D5651-4296-46DB-9180-9231655AC9E8}"/>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DD7544E-9F36-4ECE-AB26-A76C3315BEF3}"/>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899875D7-D02B-46B2-92A9-F8536EDDE234}"/>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1FC21F61-C044-4198-B998-3394668751FF}"/>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A6D4673-F847-4F50-A89A-806D2D53688B}"/>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15EB4E0-B171-4F75-BF5F-DC476B262FD5}"/>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6D6BB6C3-A555-42A5-90AE-4063D934700E}"/>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3A0AFBFB-75B7-4D19-B738-CD7DC95643AC}"/>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2FAE1AE-A820-49B8-AEB0-86F72609CF0F}"/>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FBE949C-434D-40AB-A4BF-E8C6392F1960}"/>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D195A553-7FB1-49A7-9567-F33ED4C9D242}"/>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34996B7C-9865-4B8A-8168-F038E04B4BF1}"/>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199B6E9-3A8B-4BBE-B9BA-D13D0DF7040D}"/>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4B4D26F-046E-4203-9D6D-7A295625D1E5}"/>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5BD6D59F-2CF0-4410-B63D-BA3F1B15EE0A}"/>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01A66CBD-41FF-40A5-AA0E-FAACB577DC74}"/>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C750BB23-2C1F-49D8-930E-BF93F9FDCBDE}"/>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1FD48A3-2D7D-4F26-85A4-7188F582074D}"/>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61FAD32-2C71-454F-AA96-0F407A356B35}"/>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575B36DE-20CC-4F56-825D-9568AE1226F8}"/>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C8AE557D-B34D-440E-89E1-0E56E7308587}"/>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B10475A-F567-4DDC-8F9C-D3179DF6955A}"/>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802FDC1-814E-4D79-A933-4DDACEF2769A}"/>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5558CA96-6896-4854-86DA-508A525CAE75}"/>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D19D7938-1933-407D-9CA5-0EEC4A89E799}"/>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BB5C1E6C-6014-456C-BD35-FB029E90F630}"/>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6E474458-BDE2-4690-BE55-3C09E11EB1B0}"/>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0F945E87-64A2-42FD-96C8-C5E1741C76C5}"/>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45D9B2C6-0820-4CAA-887F-47B2F03EAAAB}"/>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DD5AE30-C2F1-4486-A5A1-18BDE1CD7738}"/>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E95C8B9-AAFA-4863-A39E-6D3C8D3D631B}"/>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EBE7B5D6-D1B7-4F1C-A541-03C9D2D1C6EE}"/>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38CFEECB-DA1B-403C-A1F9-0D5A2F3EBFB0}"/>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49B3B2B0-4E30-4BA6-BC9B-F5B4A1468537}"/>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8A40474-5897-4CF2-940B-78D404087845}"/>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973CFF3F-3DBB-475E-AFB5-FA53AC4339B2}"/>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31DB2B91-5203-4A18-A61E-430FDB7A65EF}"/>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1A6D6BDE-D626-4A0D-A1B7-1F31CDF9319B}"/>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7BF8FBE2-9132-4B7E-A941-A5CF13ABE980}"/>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0E7E93BB-7C1C-4123-9EAF-001F9069D32D}"/>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0C09D4B4-2BBC-441C-BF8A-9EE71144EEA3}"/>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18F7116F-F491-4206-A9DF-C2B2900B726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389C270E-94D3-4B8C-BFDC-4E3BB2E8944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561453527"/>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50043E5-3084-4617-BF2F-F948E6A99C3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874ABCC0-B2B0-4E10-B9B6-BF1BBA84BAF2}"/>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3DD2DCE0-AA7F-4708-9CEF-3975C0ED9AE1}"/>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561C2C-0D19-4598-AFC3-8F65A5D7E0C5}"/>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B88A6394-70F9-47FF-8765-844C2AFE3321}"/>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96F7F9AA-0214-4C2C-8C9F-40EBC93B3F4B}"/>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0F07F1DF-9AC0-451A-B5BA-CF213710874E}"/>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83934373-7424-4128-A7D5-C5FBDAC070D0}"/>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6E98301A-8654-41C9-A8DC-A9DCF75D4E56}"/>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D263DEC9-08DF-4F26-ACE3-840827D7CD6F}"/>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3DF43B55-E960-4BB2-B858-5A07602582F1}"/>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CDC6D3B0-99EC-47EE-BC5C-0FCB8C5BDCDE}"/>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64D1747E-60C3-44FB-A53B-C3080D8CCAC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7C9A743C-ADC9-400B-B406-CF865010A54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724068811"/>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2F11895-70F9-41C8-8473-9319EA7A93E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4710769A-715A-40EC-9266-EC7AF507C84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7B39EF86-93CB-4879-99C8-A52359B12F03}"/>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F78ECBE2-4C36-4304-B903-B0824B597147}"/>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9B4397AC-0849-4AC5-8AFC-3DC8A7B8C011}"/>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8E6AE041-D02D-4731-9204-F46691C253CB}"/>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BFB953AE-22E3-44AB-A632-F240FA2FA4EC}"/>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D7AE2223-4D6F-401D-BAF2-5DBFFA4EA837}"/>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C8E7B19B-806C-4F07-8ED7-0228B23BFB43}"/>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6EAD815C-431D-4425-8849-BAB65804BB23}"/>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25BF96BC-9DCA-401B-8580-5DBF98E1A457}"/>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420B1E67-FCDA-4E74-9E1F-E8E704FB599E}"/>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0ECF01B8-A591-4BCF-8E2D-15D17600E62E}"/>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0CDA3991-A2DE-4A88-9E7F-631E603F830E}"/>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F8F00FE4-5EE1-4D11-921B-9B862614DCA1}"/>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D4E31AC6-56D2-4E1A-B387-4355698B3CEE}"/>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369E9B9-0793-4EAB-B96A-C50F25800BD4}"/>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CA114CBA-5BA5-450F-AFD0-3503E2C975C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DC94A565-7F07-4DBA-8E21-AF7477357FA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815583861"/>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6B5D330-7995-48C0-98BB-B95AAB8C07F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1AE79717-D207-4998-A31C-338066BFE2A6}"/>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C2EA3232-47FA-4F92-A28E-5952BAF7984A}"/>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4C5A0A87-D0E5-41DD-B137-753F5AE24D44}"/>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AA70FF55-5843-451C-AFFE-F04B282AE7B4}"/>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78D199D5-E050-4EE2-8B16-3A6EFE8CF4AB}"/>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B9AE80E0-E3DD-47CC-B359-D6F419166BAA}"/>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E49CF2CF-ED9B-465D-B800-971C93816682}"/>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EEA2A83A-5A03-40BB-AA99-3AB068D319A6}"/>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9CF2FA7-42C1-4CA1-8D0F-F967E3DCA9B8}"/>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0B5F6B21-8E05-49FE-8827-78DAE2F3C8C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EEE92092-E771-41EA-A0DD-0C5CB88DC4D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374994203"/>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1ED1BDC-EC9B-49A6-A75A-2AFC8B5FBB9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2E35FA35-3D5D-41D3-84FA-4C4714AE7E5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DF39FD2B-44B7-4620-AD7A-1CE883D0BEBE}"/>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59506F4-CEB5-4C32-BA65-2BDBD8F08C4E}"/>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92C15693-96D1-4CA6-BADF-E3773E01D87E}"/>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531410F9-93FE-44EF-A684-30CF4777C457}"/>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AD97F4FB-F3C0-4FFC-A334-3AF518D7FFF3}"/>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4C08584F-4CF5-44F9-9714-99515FE45341}"/>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BCE30199-FF5A-4781-A71E-9B70D864DB6B}"/>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FBA4016E-EABB-4F54-AA4B-DD06BC346480}"/>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CF4D1DB6-0955-460A-8D1D-6A6BF40E3376}"/>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44D867AA-4CE9-40DD-8163-92474670FF5D}"/>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39A9431C-4898-4323-86B6-D625771BB4FA}"/>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24560FA6-86C2-4B0C-923D-2A6E3FE70E4F}"/>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framing check,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6BCC6DFE-2894-4EA0-BB9D-B836264A1A7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CC0489FE-06CC-45EC-94E1-5A812EB09DE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1182616768"/>
      </p:ext>
    </p:extLst>
  </p:cSld>
</p:sld>
</file>

<file path=ppt/slides/slide13.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9976C0-2649-4477-A463-AD49C0A7EF20}"/>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B9648CC9-13DF-4C20-971A-95C1E1F1B339}"/>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E4DBF6D2-6D9A-402D-A9EF-B01A6C271723}"/>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Problem-framing check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8AD20017-28FE-4E3E-A861-62B65EE5D7C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E58B7DD3-5EC5-40E5-870F-F22928D5F0D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42759589"/>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EF9D84-AE4D-4CA8-B8DA-65F89FE60C0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39D7001E-DCFF-42CB-B5E4-FBBA3F01793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A8CD4BE1-3DC3-4286-8A16-E6A93630B744}"/>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BE5FDD21-DE20-4EF0-B460-249D5697937D}"/>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a973031e83a419c"/>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647FE17-7D71-4454-82B0-76B4455E8595}"/>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f4ecf3ce0b74e97"/>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A89FDBB-011E-4381-A864-64A8751CA008}"/>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6CD62914-6BC8-44F4-AE9D-331DE4BEF2E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B2B2CE9E-038F-41DE-9D20-ADF3C7B696F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1263545886"/>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9A75CCD-7B79-4D52-8FCC-F2CD75F707E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PROBLEM FRAMING</a:t>
            </a:r>
          </a:p>
        </p:txBody>
      </p:sp>
      <p:sp>
        <p:nvSpPr>
          <p:cNvPr id="2" name="">
            <a:extLst xmlns:a="http://schemas.openxmlformats.org/drawingml/2006/main">
              <a:ext uri="{FF2B5EF4-FFF2-40B4-BE49-F238E27FC236}">
                <a16:creationId xmlns:a16="http://schemas.microsoft.com/office/drawing/2014/main" id="{4DEF3073-5612-4BB7-8337-79344A2DEAD5}"/>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quality check on how the opportunity was defined</a:t>
            </a:r>
          </a:p>
        </p:txBody>
      </p:sp>
      <p:sp>
        <p:nvSpPr>
          <p:cNvPr id="3" name="">
            <a:extLst xmlns:a="http://schemas.openxmlformats.org/drawingml/2006/main">
              <a:ext uri="{FF2B5EF4-FFF2-40B4-BE49-F238E27FC236}">
                <a16:creationId xmlns:a16="http://schemas.microsoft.com/office/drawing/2014/main" id="{1618953B-0CF3-45A9-994A-650F02A689AB}"/>
              </a:ext>
            </a:extLst>
          </p:cNvPr>
          <p:cNvSpPr>
            <a:spLocks xmlns:a="http://schemas.openxmlformats.org/drawingml/2006/main" noGrp="1"/>
          </p:cNvSpPr>
          <p:nvPr/>
        </p:nvSpPr>
        <p:spPr>
          <a:xfrm xmlns:a="http://schemas.openxmlformats.org/drawingml/2006/main">
            <a:off x="1352550" y="1619250"/>
            <a:ext cx="4743450" cy="1819275"/>
          </a:xfrm>
          <a:prstGeom xmlns:a="http://schemas.openxmlformats.org/drawingml/2006/main" prst="rect">
            <a:avLst/>
          </a:prstGeom>
          <a:solidFill xmlns:a="http://schemas.openxmlformats.org/drawingml/2006/main">
            <a:srgbClr val="F6F8FB"/>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0216ACDE-5D1A-4C9E-8A63-2CAE7212926D}"/>
              </a:ext>
            </a:extLst>
          </p:cNvPr>
          <p:cNvSpPr>
            <a:spLocks xmlns:a="http://schemas.openxmlformats.org/drawingml/2006/main" noGrp="1"/>
          </p:cNvSpPr>
          <p:nvPr/>
        </p:nvSpPr>
        <p:spPr>
          <a:xfrm xmlns:a="http://schemas.openxmlformats.org/drawingml/2006/main">
            <a:off x="6096000" y="1619250"/>
            <a:ext cx="4743450" cy="1819275"/>
          </a:xfrm>
          <a:prstGeom xmlns:a="http://schemas.openxmlformats.org/drawingml/2006/main" prst="rect">
            <a:avLst/>
          </a:prstGeom>
          <a:solidFill xmlns:a="http://schemas.openxmlformats.org/drawingml/2006/main">
            <a:srgbClr val="E2F4F6"/>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77CADC1C-54EA-494B-AE0F-EE0FAF71087E}"/>
              </a:ext>
            </a:extLst>
          </p:cNvPr>
          <p:cNvSpPr>
            <a:spLocks xmlns:a="http://schemas.openxmlformats.org/drawingml/2006/main" noGrp="1"/>
          </p:cNvSpPr>
          <p:nvPr/>
        </p:nvSpPr>
        <p:spPr>
          <a:xfrm xmlns:a="http://schemas.openxmlformats.org/drawingml/2006/main">
            <a:off x="1352550" y="3438525"/>
            <a:ext cx="4743450" cy="1819275"/>
          </a:xfrm>
          <a:prstGeom xmlns:a="http://schemas.openxmlformats.org/drawingml/2006/main" prst="rect">
            <a:avLst/>
          </a:prstGeom>
          <a:solidFill xmlns:a="http://schemas.openxmlformats.org/drawingml/2006/main">
            <a:srgbClr val="F7F7F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DB2239FC-3CE9-47CE-84DB-08DC8625D68F}"/>
              </a:ext>
            </a:extLst>
          </p:cNvPr>
          <p:cNvSpPr>
            <a:spLocks xmlns:a="http://schemas.openxmlformats.org/drawingml/2006/main" noGrp="1"/>
          </p:cNvSpPr>
          <p:nvPr/>
        </p:nvSpPr>
        <p:spPr>
          <a:xfrm xmlns:a="http://schemas.openxmlformats.org/drawingml/2006/main">
            <a:off x="6096000" y="3438525"/>
            <a:ext cx="4743450" cy="1819275"/>
          </a:xfrm>
          <a:prstGeom xmlns:a="http://schemas.openxmlformats.org/drawingml/2006/main" prst="rect">
            <a:avLst/>
          </a:prstGeom>
          <a:solidFill xmlns:a="http://schemas.openxmlformats.org/drawingml/2006/main">
            <a:srgbClr val="FBE7D8"/>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58FADFD7-F775-484A-91EA-D2B8D88C3998}"/>
              </a:ext>
            </a:extLst>
          </p:cNvPr>
          <p:cNvSpPr>
            <a:spLocks xmlns:a="http://schemas.openxmlformats.org/drawingml/2006/main" noGrp="1"/>
          </p:cNvSpPr>
          <p:nvPr/>
        </p:nvSpPr>
        <p:spPr>
          <a:xfrm xmlns:a="http://schemas.openxmlformats.org/drawingml/2006/main">
            <a:off x="6076950" y="1619250"/>
            <a:ext cx="38100" cy="363855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D5FB33F-EBB2-4012-8DE5-22ED608217EB}"/>
              </a:ext>
            </a:extLst>
          </p:cNvPr>
          <p:cNvSpPr>
            <a:spLocks xmlns:a="http://schemas.openxmlformats.org/drawingml/2006/main" noGrp="1"/>
          </p:cNvSpPr>
          <p:nvPr/>
        </p:nvSpPr>
        <p:spPr>
          <a:xfrm xmlns:a="http://schemas.openxmlformats.org/drawingml/2006/main">
            <a:off x="1352550" y="3419475"/>
            <a:ext cx="9486900" cy="381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6E9054F-3625-4220-A432-1AD128EA6D9D}"/>
              </a:ext>
            </a:extLst>
          </p:cNvPr>
          <p:cNvSpPr>
            <a:spLocks xmlns:a="http://schemas.openxmlformats.org/drawingml/2006/main" noGrp="1"/>
          </p:cNvSpPr>
          <p:nvPr/>
        </p:nvSpPr>
        <p:spPr>
          <a:xfrm xmlns:a="http://schemas.openxmlformats.org/drawingml/2006/main">
            <a:off x="1619250" y="1962150"/>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485"/>
          </a:bodyPr>
          <a:lstStyle xmlns:a="http://schemas.openxmlformats.org/drawingml/2006/main"/>
          <a:p xmlns:a="http://schemas.openxmlformats.org/drawingml/2006/main">
            <a:pPr algn="ctr">
              <a:defRPr sz="1650" b="1" i="0">
                <a:solidFill>
                  <a:srgbClr val="1B2B45"/>
                </a:solidFill>
                <a:latin typeface="Calibri"/>
                <a:ea typeface="Calibri"/>
                <a:cs typeface="Calibri"/>
              </a:defRPr>
            </a:pPr>
            <a:r>
              <a:rPr sz="1650" b="1" i="0">
                <a:solidFill>
                  <a:srgbClr val="1B2B45"/>
                </a:solidFill>
                <a:latin typeface="Calibri"/>
                <a:ea typeface="Calibri"/>
                <a:cs typeface="Calibri"/>
              </a:rPr>
              <a:t>Clear frame, weak user evidence</a:t>
            </a:r>
          </a:p>
        </p:txBody>
      </p:sp>
      <p:sp>
        <p:nvSpPr>
          <p:cNvPr id="10" name="">
            <a:extLst xmlns:a="http://schemas.openxmlformats.org/drawingml/2006/main">
              <a:ext uri="{FF2B5EF4-FFF2-40B4-BE49-F238E27FC236}">
                <a16:creationId xmlns:a16="http://schemas.microsoft.com/office/drawing/2014/main" id="{67CA89C8-0F3D-48B8-BB25-E206BCD75998}"/>
              </a:ext>
            </a:extLst>
          </p:cNvPr>
          <p:cNvSpPr>
            <a:spLocks xmlns:a="http://schemas.openxmlformats.org/drawingml/2006/main" noGrp="1"/>
          </p:cNvSpPr>
          <p:nvPr/>
        </p:nvSpPr>
        <p:spPr>
          <a:xfrm xmlns:a="http://schemas.openxmlformats.org/drawingml/2006/main">
            <a:off x="1847850" y="23812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The problem is specific, but user proof is thin</a:t>
            </a:r>
          </a:p>
        </p:txBody>
      </p:sp>
      <p:sp>
        <p:nvSpPr>
          <p:cNvPr id="11" name="">
            <a:extLst xmlns:a="http://schemas.openxmlformats.org/drawingml/2006/main">
              <a:ext uri="{FF2B5EF4-FFF2-40B4-BE49-F238E27FC236}">
                <a16:creationId xmlns:a16="http://schemas.microsoft.com/office/drawing/2014/main" id="{15A531E5-E3B5-46CE-8FEB-FF85725882EA}"/>
              </a:ext>
            </a:extLst>
          </p:cNvPr>
          <p:cNvSpPr>
            <a:spLocks xmlns:a="http://schemas.openxmlformats.org/drawingml/2006/main" noGrp="1"/>
          </p:cNvSpPr>
          <p:nvPr/>
        </p:nvSpPr>
        <p:spPr>
          <a:xfrm xmlns:a="http://schemas.openxmlformats.org/drawingml/2006/main">
            <a:off x="6362700" y="1962150"/>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485"/>
          </a:bodyPr>
          <a:lstStyle xmlns:a="http://schemas.openxmlformats.org/drawingml/2006/main"/>
          <a:p xmlns:a="http://schemas.openxmlformats.org/drawingml/2006/main">
            <a:pPr algn="ctr">
              <a:defRPr sz="1650" b="1" i="0">
                <a:solidFill>
                  <a:srgbClr val="1B2B45"/>
                </a:solidFill>
                <a:latin typeface="Calibri"/>
                <a:ea typeface="Calibri"/>
                <a:cs typeface="Calibri"/>
              </a:defRPr>
            </a:pPr>
            <a:r>
              <a:rPr sz="1650" b="1" i="0">
                <a:solidFill>
                  <a:srgbClr val="1B2B45"/>
                </a:solidFill>
                <a:latin typeface="Calibri"/>
                <a:ea typeface="Calibri"/>
                <a:cs typeface="Calibri"/>
              </a:rPr>
              <a:t>Evidence-led problem frame</a:t>
            </a:r>
          </a:p>
        </p:txBody>
      </p:sp>
      <p:sp>
        <p:nvSpPr>
          <p:cNvPr id="12" name="">
            <a:extLst xmlns:a="http://schemas.openxmlformats.org/drawingml/2006/main">
              <a:ext uri="{FF2B5EF4-FFF2-40B4-BE49-F238E27FC236}">
                <a16:creationId xmlns:a16="http://schemas.microsoft.com/office/drawing/2014/main" id="{1B7C772A-C459-4BE4-A990-F3E59465B58A}"/>
              </a:ext>
            </a:extLst>
          </p:cNvPr>
          <p:cNvSpPr>
            <a:spLocks xmlns:a="http://schemas.openxmlformats.org/drawingml/2006/main" noGrp="1"/>
          </p:cNvSpPr>
          <p:nvPr/>
        </p:nvSpPr>
        <p:spPr>
          <a:xfrm xmlns:a="http://schemas.openxmlformats.org/drawingml/2006/main">
            <a:off x="6591300" y="2343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4328"/>
          </a:bodyPr>
          <a:lstStyle xmlns:a="http://schemas.openxmlformats.org/drawingml/2006/main"/>
          <a:p xmlns:a="http://schemas.openxmlformats.org/drawingml/2006/main">
            <a:pPr algn="ctr">
              <a:defRPr sz="1200" b="0" i="0">
                <a:solidFill>
                  <a:srgbClr val="687489"/>
                </a:solidFill>
                <a:latin typeface="Calibri"/>
                <a:ea typeface="Calibri"/>
                <a:cs typeface="Calibri"/>
              </a:defRPr>
            </a:pPr>
            <a:r>
              <a:rPr sz="1200" b="0" i="0">
                <a:solidFill>
                  <a:srgbClr val="687489"/>
                </a:solidFill>
                <a:latin typeface="Calibri"/>
                <a:ea typeface="Calibri"/>
                <a:cs typeface="Calibri"/>
              </a:rPr>
              <a:t>Connects user pain to impact and a measurable outcome</a:t>
            </a:r>
          </a:p>
        </p:txBody>
      </p:sp>
      <p:sp>
        <p:nvSpPr>
          <p:cNvPr id="13" name="">
            <a:extLst xmlns:a="http://schemas.openxmlformats.org/drawingml/2006/main">
              <a:ext uri="{FF2B5EF4-FFF2-40B4-BE49-F238E27FC236}">
                <a16:creationId xmlns:a16="http://schemas.microsoft.com/office/drawing/2014/main" id="{F2D9329A-F79E-4FF4-B870-E24AC2297981}"/>
              </a:ext>
            </a:extLst>
          </p:cNvPr>
          <p:cNvSpPr>
            <a:spLocks xmlns:a="http://schemas.openxmlformats.org/drawingml/2006/main" noGrp="1"/>
          </p:cNvSpPr>
          <p:nvPr/>
        </p:nvSpPr>
        <p:spPr>
          <a:xfrm xmlns:a="http://schemas.openxmlformats.org/drawingml/2006/main">
            <a:off x="1619250" y="3914775"/>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485"/>
          </a:bodyPr>
          <a:lstStyle xmlns:a="http://schemas.openxmlformats.org/drawingml/2006/main"/>
          <a:p xmlns:a="http://schemas.openxmlformats.org/drawingml/2006/main">
            <a:pPr algn="ctr">
              <a:defRPr sz="1650" b="1" i="0">
                <a:solidFill>
                  <a:srgbClr val="1B2B45"/>
                </a:solidFill>
                <a:latin typeface="Calibri"/>
                <a:ea typeface="Calibri"/>
                <a:cs typeface="Calibri"/>
              </a:defRPr>
            </a:pPr>
            <a:r>
              <a:rPr sz="1650" b="1" i="0">
                <a:solidFill>
                  <a:srgbClr val="1B2B45"/>
                </a:solidFill>
                <a:latin typeface="Calibri"/>
                <a:ea typeface="Calibri"/>
                <a:cs typeface="Calibri"/>
              </a:rPr>
              <a:t>Internal assumption</a:t>
            </a:r>
          </a:p>
        </p:txBody>
      </p:sp>
      <p:sp>
        <p:nvSpPr>
          <p:cNvPr id="14" name="">
            <a:extLst xmlns:a="http://schemas.openxmlformats.org/drawingml/2006/main">
              <a:ext uri="{FF2B5EF4-FFF2-40B4-BE49-F238E27FC236}">
                <a16:creationId xmlns:a16="http://schemas.microsoft.com/office/drawing/2014/main" id="{E5D53916-4DED-4F3D-ADB2-488FA588889B}"/>
              </a:ext>
            </a:extLst>
          </p:cNvPr>
          <p:cNvSpPr>
            <a:spLocks xmlns:a="http://schemas.openxmlformats.org/drawingml/2006/main" noGrp="1"/>
          </p:cNvSpPr>
          <p:nvPr/>
        </p:nvSpPr>
        <p:spPr>
          <a:xfrm xmlns:a="http://schemas.openxmlformats.org/drawingml/2006/main">
            <a:off x="1847850" y="4333875"/>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A solution is chosen before the user problem is understood</a:t>
            </a:r>
          </a:p>
        </p:txBody>
      </p:sp>
      <p:sp>
        <p:nvSpPr>
          <p:cNvPr id="15" name="">
            <a:extLst xmlns:a="http://schemas.openxmlformats.org/drawingml/2006/main">
              <a:ext uri="{FF2B5EF4-FFF2-40B4-BE49-F238E27FC236}">
                <a16:creationId xmlns:a16="http://schemas.microsoft.com/office/drawing/2014/main" id="{818325DE-11C1-4F25-87C2-A5C8854FFD61}"/>
              </a:ext>
            </a:extLst>
          </p:cNvPr>
          <p:cNvSpPr>
            <a:spLocks xmlns:a="http://schemas.openxmlformats.org/drawingml/2006/main" noGrp="1"/>
          </p:cNvSpPr>
          <p:nvPr/>
        </p:nvSpPr>
        <p:spPr>
          <a:xfrm xmlns:a="http://schemas.openxmlformats.org/drawingml/2006/main">
            <a:off x="6362700" y="3914775"/>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485"/>
          </a:bodyPr>
          <a:lstStyle xmlns:a="http://schemas.openxmlformats.org/drawingml/2006/main"/>
          <a:p xmlns:a="http://schemas.openxmlformats.org/drawingml/2006/main">
            <a:pPr algn="ctr">
              <a:defRPr sz="1650" b="1" i="0">
                <a:solidFill>
                  <a:srgbClr val="1B2B45"/>
                </a:solidFill>
                <a:latin typeface="Calibri"/>
                <a:ea typeface="Calibri"/>
                <a:cs typeface="Calibri"/>
              </a:defRPr>
            </a:pPr>
            <a:r>
              <a:rPr sz="1650" b="1" i="0">
                <a:solidFill>
                  <a:srgbClr val="1B2B45"/>
                </a:solidFill>
                <a:latin typeface="Calibri"/>
                <a:ea typeface="Calibri"/>
                <a:cs typeface="Calibri"/>
              </a:rPr>
              <a:t>User pain, solution jump</a:t>
            </a:r>
          </a:p>
        </p:txBody>
      </p:sp>
      <p:sp>
        <p:nvSpPr>
          <p:cNvPr id="16" name="">
            <a:extLst xmlns:a="http://schemas.openxmlformats.org/drawingml/2006/main">
              <a:ext uri="{FF2B5EF4-FFF2-40B4-BE49-F238E27FC236}">
                <a16:creationId xmlns:a16="http://schemas.microsoft.com/office/drawing/2014/main" id="{22F59E67-346E-4E41-950D-4D5BF411354E}"/>
              </a:ext>
            </a:extLst>
          </p:cNvPr>
          <p:cNvSpPr>
            <a:spLocks xmlns:a="http://schemas.openxmlformats.org/drawingml/2006/main" noGrp="1"/>
          </p:cNvSpPr>
          <p:nvPr/>
        </p:nvSpPr>
        <p:spPr>
          <a:xfrm xmlns:a="http://schemas.openxmlformats.org/drawingml/2006/main">
            <a:off x="6591300" y="4333875"/>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The pain is real, but feasibility and operating constraints are missed</a:t>
            </a:r>
          </a:p>
        </p:txBody>
      </p:sp>
      <p:sp>
        <p:nvSpPr>
          <p:cNvPr id="17" name="">
            <a:extLst xmlns:a="http://schemas.openxmlformats.org/drawingml/2006/main">
              <a:ext uri="{FF2B5EF4-FFF2-40B4-BE49-F238E27FC236}">
                <a16:creationId xmlns:a16="http://schemas.microsoft.com/office/drawing/2014/main" id="{C6FE02D7-FA80-4D0C-B18F-5A6F625D5039}"/>
              </a:ext>
            </a:extLst>
          </p:cNvPr>
          <p:cNvSpPr>
            <a:spLocks xmlns:a="http://schemas.openxmlformats.org/drawingml/2006/main" noGrp="1"/>
          </p:cNvSpPr>
          <p:nvPr/>
        </p:nvSpPr>
        <p:spPr>
          <a:xfrm xmlns:a="http://schemas.openxmlformats.org/drawingml/2006/main">
            <a:off x="4972050" y="125730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1" i="0">
                <a:solidFill>
                  <a:srgbClr val="F47A22"/>
                </a:solidFill>
                <a:latin typeface="Calibri"/>
                <a:ea typeface="Calibri"/>
                <a:cs typeface="Calibri"/>
              </a:defRPr>
            </a:pPr>
            <a:r>
              <a:rPr sz="1125" b="1" i="0">
                <a:solidFill>
                  <a:srgbClr val="F47A22"/>
                </a:solidFill>
                <a:latin typeface="Calibri"/>
                <a:ea typeface="Calibri"/>
                <a:cs typeface="Calibri"/>
              </a:rPr>
              <a:t>PROBLEM FIRST</a:t>
            </a:r>
          </a:p>
        </p:txBody>
      </p:sp>
      <p:sp>
        <p:nvSpPr>
          <p:cNvPr id="18" name="">
            <a:extLst xmlns:a="http://schemas.openxmlformats.org/drawingml/2006/main">
              <a:ext uri="{FF2B5EF4-FFF2-40B4-BE49-F238E27FC236}">
                <a16:creationId xmlns:a16="http://schemas.microsoft.com/office/drawing/2014/main" id="{8E815FF3-5595-4F58-8613-32995BBF3391}"/>
              </a:ext>
            </a:extLst>
          </p:cNvPr>
          <p:cNvSpPr>
            <a:spLocks xmlns:a="http://schemas.openxmlformats.org/drawingml/2006/main" noGrp="1"/>
          </p:cNvSpPr>
          <p:nvPr/>
        </p:nvSpPr>
        <p:spPr>
          <a:xfrm xmlns:a="http://schemas.openxmlformats.org/drawingml/2006/main">
            <a:off x="4972050" y="53149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1" i="0">
                <a:solidFill>
                  <a:srgbClr val="687489"/>
                </a:solidFill>
                <a:latin typeface="Calibri"/>
                <a:ea typeface="Calibri"/>
                <a:cs typeface="Calibri"/>
              </a:defRPr>
            </a:pPr>
            <a:r>
              <a:rPr sz="1125" b="1" i="0">
                <a:solidFill>
                  <a:srgbClr val="687489"/>
                </a:solidFill>
                <a:latin typeface="Calibri"/>
                <a:ea typeface="Calibri"/>
                <a:cs typeface="Calibri"/>
              </a:rPr>
              <a:t>SOLUTION FIRST</a:t>
            </a:r>
          </a:p>
        </p:txBody>
      </p:sp>
      <p:sp>
        <p:nvSpPr>
          <p:cNvPr id="19" name="">
            <a:extLst xmlns:a="http://schemas.openxmlformats.org/drawingml/2006/main">
              <a:ext uri="{FF2B5EF4-FFF2-40B4-BE49-F238E27FC236}">
                <a16:creationId xmlns:a16="http://schemas.microsoft.com/office/drawing/2014/main" id="{5B4C9F3F-7728-4818-A942-69518308F37D}"/>
              </a:ext>
            </a:extLst>
          </p:cNvPr>
          <p:cNvSpPr>
            <a:spLocks xmlns:a="http://schemas.openxmlformats.org/drawingml/2006/main" noGrp="1"/>
          </p:cNvSpPr>
          <p:nvPr/>
        </p:nvSpPr>
        <p:spPr>
          <a:xfrm xmlns:a="http://schemas.openxmlformats.org/drawingml/2006/main">
            <a:off x="114300" y="3238500"/>
            <a:ext cx="120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975" b="1" i="0">
                <a:solidFill>
                  <a:srgbClr val="687489"/>
                </a:solidFill>
                <a:latin typeface="Calibri"/>
                <a:ea typeface="Calibri"/>
                <a:cs typeface="Calibri"/>
              </a:defRPr>
            </a:pPr>
            <a:r>
              <a:rPr sz="975" b="1" i="0">
                <a:solidFill>
                  <a:srgbClr val="687489"/>
                </a:solidFill>
                <a:latin typeface="Calibri"/>
                <a:ea typeface="Calibri"/>
                <a:cs typeface="Calibri"/>
              </a:rPr>
              <a:t>STAKEHOLDER ASSUMPTION</a:t>
            </a:r>
          </a:p>
        </p:txBody>
      </p:sp>
      <p:sp>
        <p:nvSpPr>
          <p:cNvPr id="20" name="">
            <a:extLst xmlns:a="http://schemas.openxmlformats.org/drawingml/2006/main">
              <a:ext uri="{FF2B5EF4-FFF2-40B4-BE49-F238E27FC236}">
                <a16:creationId xmlns:a16="http://schemas.microsoft.com/office/drawing/2014/main" id="{A1368108-DA56-4A55-9B84-AFFC1E596601}"/>
              </a:ext>
            </a:extLst>
          </p:cNvPr>
          <p:cNvSpPr>
            <a:spLocks xmlns:a="http://schemas.openxmlformats.org/drawingml/2006/main" noGrp="1"/>
          </p:cNvSpPr>
          <p:nvPr/>
        </p:nvSpPr>
        <p:spPr>
          <a:xfrm xmlns:a="http://schemas.openxmlformats.org/drawingml/2006/main">
            <a:off x="10877550" y="3238500"/>
            <a:ext cx="120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975" b="1" i="0">
                <a:solidFill>
                  <a:srgbClr val="1BB5C8"/>
                </a:solidFill>
                <a:latin typeface="Calibri"/>
                <a:ea typeface="Calibri"/>
                <a:cs typeface="Calibri"/>
              </a:defRPr>
            </a:pPr>
            <a:r>
              <a:rPr sz="975" b="1" i="0">
                <a:solidFill>
                  <a:srgbClr val="1BB5C8"/>
                </a:solidFill>
                <a:latin typeface="Calibri"/>
                <a:ea typeface="Calibri"/>
                <a:cs typeface="Calibri"/>
              </a:rPr>
              <a:t>USER EVIDENCE</a:t>
            </a:r>
          </a:p>
        </p:txBody>
      </p:sp>
      <p:sp>
        <p:nvSpPr>
          <p:cNvPr id="21" name="">
            <a:extLst xmlns:a="http://schemas.openxmlformats.org/drawingml/2006/main">
              <a:ext uri="{FF2B5EF4-FFF2-40B4-BE49-F238E27FC236}">
                <a16:creationId xmlns:a16="http://schemas.microsoft.com/office/drawing/2014/main" id="{BE8D15E3-CDD2-463B-80F6-13E68AE8CAD2}"/>
              </a:ext>
            </a:extLst>
          </p:cNvPr>
          <p:cNvSpPr>
            <a:spLocks xmlns:a="http://schemas.openxmlformats.org/drawingml/2006/main" noGrp="1"/>
          </p:cNvSpPr>
          <p:nvPr/>
        </p:nvSpPr>
        <p:spPr>
          <a:xfrm xmlns:a="http://schemas.openxmlformats.org/drawingml/2006/main">
            <a:off x="7791450" y="2686050"/>
            <a:ext cx="228600" cy="228600"/>
          </a:xfrm>
          <a:prstGeom xmlns:a="http://schemas.openxmlformats.org/drawingml/2006/main" prst="ellipse">
            <a:avLst/>
          </a:prstGeom>
          <a:solidFill xmlns:a="http://schemas.openxmlformats.org/drawingml/2006/main">
            <a:srgbClr val="F47A22"/>
          </a:solidFill>
          <a:ln xmlns:a="http://schemas.openxmlformats.org/drawingml/2006/main" w="19050">
            <a:solidFill>
              <a:srgbClr val="FFFFFF"/>
            </a:solidFill>
          </a:ln>
        </p:spPr>
      </p:sp>
      <p:sp>
        <p:nvSpPr>
          <p:cNvPr id="22" name="">
            <a:extLst xmlns:a="http://schemas.openxmlformats.org/drawingml/2006/main">
              <a:ext uri="{FF2B5EF4-FFF2-40B4-BE49-F238E27FC236}">
                <a16:creationId xmlns:a16="http://schemas.microsoft.com/office/drawing/2014/main" id="{8BB45B8F-CAE8-4A43-ADE9-A3969115531C}"/>
              </a:ext>
            </a:extLst>
          </p:cNvPr>
          <p:cNvSpPr>
            <a:spLocks xmlns:a="http://schemas.openxmlformats.org/drawingml/2006/main" noGrp="1"/>
          </p:cNvSpPr>
          <p:nvPr/>
        </p:nvSpPr>
        <p:spPr>
          <a:xfrm xmlns:a="http://schemas.openxmlformats.org/drawingml/2006/main">
            <a:off x="7067550" y="2943225"/>
            <a:ext cx="1695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9365"/>
          </a:bodyPr>
          <a:lstStyle xmlns:a="http://schemas.openxmlformats.org/drawingml/2006/main"/>
          <a:p xmlns:a="http://schemas.openxmlformats.org/drawingml/2006/main">
            <a:pPr algn="ctr">
              <a:defRPr sz="1050" b="1" i="0">
                <a:solidFill>
                  <a:srgbClr val="1B2B45"/>
                </a:solidFill>
                <a:latin typeface="Calibri"/>
                <a:ea typeface="Calibri"/>
                <a:cs typeface="Calibri"/>
              </a:defRPr>
            </a:pPr>
            <a:r>
              <a:rPr sz="1050" b="1" i="0">
                <a:solidFill>
                  <a:srgbClr val="1B2B45"/>
                </a:solidFill>
                <a:latin typeface="Calibri"/>
                <a:ea typeface="Calibri"/>
                <a:cs typeface="Calibri"/>
              </a:rPr>
              <a:t>Current frame</a:t>
            </a:r>
          </a:p>
          <a:p xmlns:a="http://schemas.openxmlformats.org/drawingml/2006/main">
            <a:pPr algn="ctr">
              <a:defRPr sz="1050" b="1" i="0">
                <a:solidFill>
                  <a:srgbClr val="1B2B45"/>
                </a:solidFill>
                <a:latin typeface="Calibri"/>
                <a:ea typeface="Calibri"/>
                <a:cs typeface="Calibri"/>
              </a:defRPr>
            </a:pPr>
            <a:r>
              <a:rPr sz="1050" b="1" i="0">
                <a:solidFill>
                  <a:srgbClr val="1B2B45"/>
                </a:solidFill>
                <a:latin typeface="Calibri"/>
                <a:ea typeface="Calibri"/>
                <a:cs typeface="Calibri"/>
              </a:rPr>
              <a:t>Strong problem definition</a:t>
            </a:r>
          </a:p>
          <a:p xmlns:a="http://schemas.openxmlformats.org/drawingml/2006/main">
            <a:pPr algn="ctr">
              <a:defRPr sz="1050" b="1" i="0">
                <a:solidFill>
                  <a:srgbClr val="1B2B45"/>
                </a:solidFill>
                <a:latin typeface="Calibri"/>
                <a:ea typeface="Calibri"/>
                <a:cs typeface="Calibri"/>
              </a:defRPr>
            </a:pPr>
            <a:r>
              <a:rPr sz="1050" b="1" i="0">
                <a:solidFill>
                  <a:srgbClr val="1B2B45"/>
                </a:solidFill>
                <a:latin typeface="Calibri"/>
                <a:ea typeface="Calibri"/>
                <a:cs typeface="Calibri"/>
              </a:rPr>
              <a:t>Directional user validation</a:t>
            </a:r>
          </a:p>
        </p:txBody>
      </p:sp>
      <p:sp>
        <p:nvSpPr>
          <p:cNvPr id="23" name="">
            <a:extLst xmlns:a="http://schemas.openxmlformats.org/drawingml/2006/main">
              <a:ext uri="{FF2B5EF4-FFF2-40B4-BE49-F238E27FC236}">
                <a16:creationId xmlns:a16="http://schemas.microsoft.com/office/drawing/2014/main" id="{C3A0F91B-2A3F-42B1-B3B5-719FF888265C}"/>
              </a:ext>
            </a:extLst>
          </p:cNvPr>
          <p:cNvSpPr>
            <a:spLocks xmlns:a="http://schemas.openxmlformats.org/drawingml/2006/main" noGrp="1"/>
          </p:cNvSpPr>
          <p:nvPr/>
        </p:nvSpPr>
        <p:spPr>
          <a:xfrm xmlns:a="http://schemas.openxmlformats.org/drawingml/2006/main">
            <a:off x="8020050" y="2790825"/>
            <a:ext cx="1619250" cy="28575"/>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D9CAA09-EDF5-435E-926B-FBF0E7BB93CB}"/>
              </a:ext>
            </a:extLst>
          </p:cNvPr>
          <p:cNvSpPr>
            <a:spLocks xmlns:a="http://schemas.openxmlformats.org/drawingml/2006/main" noGrp="1"/>
          </p:cNvSpPr>
          <p:nvPr/>
        </p:nvSpPr>
        <p:spPr>
          <a:xfrm xmlns:a="http://schemas.openxmlformats.org/drawingml/2006/main">
            <a:off x="9582150" y="2686050"/>
            <a:ext cx="228600" cy="228600"/>
          </a:xfrm>
          <a:prstGeom xmlns:a="http://schemas.openxmlformats.org/drawingml/2006/main" prst="ellipse">
            <a:avLst/>
          </a:prstGeom>
          <a:solidFill xmlns:a="http://schemas.openxmlformats.org/drawingml/2006/main">
            <a:srgbClr val="1BB5C8"/>
          </a:solidFill>
          <a:ln xmlns:a="http://schemas.openxmlformats.org/drawingml/2006/main" w="19050">
            <a:solidFill>
              <a:srgbClr val="FFFFFF"/>
            </a:solidFill>
          </a:ln>
        </p:spPr>
      </p:sp>
      <p:sp>
        <p:nvSpPr>
          <p:cNvPr id="25" name="">
            <a:extLst xmlns:a="http://schemas.openxmlformats.org/drawingml/2006/main">
              <a:ext uri="{FF2B5EF4-FFF2-40B4-BE49-F238E27FC236}">
                <a16:creationId xmlns:a16="http://schemas.microsoft.com/office/drawing/2014/main" id="{041DDD5D-7DE9-44D1-90FB-FAE094FDAFE7}"/>
              </a:ext>
            </a:extLst>
          </p:cNvPr>
          <p:cNvSpPr>
            <a:spLocks xmlns:a="http://schemas.openxmlformats.org/drawingml/2006/main" noGrp="1"/>
          </p:cNvSpPr>
          <p:nvPr/>
        </p:nvSpPr>
        <p:spPr>
          <a:xfrm xmlns:a="http://schemas.openxmlformats.org/drawingml/2006/main">
            <a:off x="8877300" y="2943225"/>
            <a:ext cx="1657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9365"/>
          </a:bodyPr>
          <a:lstStyle xmlns:a="http://schemas.openxmlformats.org/drawingml/2006/main"/>
          <a:p xmlns:a="http://schemas.openxmlformats.org/drawingml/2006/main">
            <a:pPr algn="ctr">
              <a:defRPr sz="1050" b="1" i="0">
                <a:solidFill>
                  <a:srgbClr val="1B2B45"/>
                </a:solidFill>
                <a:latin typeface="Calibri"/>
                <a:ea typeface="Calibri"/>
                <a:cs typeface="Calibri"/>
              </a:defRPr>
            </a:pPr>
            <a:r>
              <a:rPr sz="1050" b="1" i="0">
                <a:solidFill>
                  <a:srgbClr val="1B2B45"/>
                </a:solidFill>
                <a:latin typeface="Calibri"/>
                <a:ea typeface="Calibri"/>
                <a:cs typeface="Calibri"/>
              </a:rPr>
              <a:t>Next evidence</a:t>
            </a:r>
          </a:p>
          <a:p xmlns:a="http://schemas.openxmlformats.org/drawingml/2006/main">
            <a:pPr algn="ctr">
              <a:defRPr sz="1050" b="1" i="0">
                <a:solidFill>
                  <a:srgbClr val="1B2B45"/>
                </a:solidFill>
                <a:latin typeface="Calibri"/>
                <a:ea typeface="Calibri"/>
                <a:cs typeface="Calibri"/>
              </a:defRPr>
            </a:pPr>
            <a:r>
              <a:rPr sz="1050" b="1" i="0">
                <a:solidFill>
                  <a:srgbClr val="1B2B45"/>
                </a:solidFill>
                <a:latin typeface="Calibri"/>
                <a:ea typeface="Calibri"/>
                <a:cs typeface="Calibri"/>
              </a:rPr>
              <a:t>Moderated interviews</a:t>
            </a:r>
          </a:p>
          <a:p xmlns:a="http://schemas.openxmlformats.org/drawingml/2006/main">
            <a:pPr algn="ctr">
              <a:defRPr sz="1050" b="1" i="0">
                <a:solidFill>
                  <a:srgbClr val="1B2B45"/>
                </a:solidFill>
                <a:latin typeface="Calibri"/>
                <a:ea typeface="Calibri"/>
                <a:cs typeface="Calibri"/>
              </a:defRPr>
            </a:pPr>
            <a:r>
              <a:rPr sz="1050" b="1" i="0">
                <a:solidFill>
                  <a:srgbClr val="1B2B45"/>
                </a:solidFill>
                <a:latin typeface="Calibri"/>
                <a:ea typeface="Calibri"/>
                <a:cs typeface="Calibri"/>
              </a:rPr>
              <a:t>and pickup event data</a:t>
            </a:r>
          </a:p>
        </p:txBody>
      </p:sp>
      <p:sp>
        <p:nvSpPr>
          <p:cNvPr id="26" name="">
            <a:extLst xmlns:a="http://schemas.openxmlformats.org/drawingml/2006/main">
              <a:ext uri="{FF2B5EF4-FFF2-40B4-BE49-F238E27FC236}">
                <a16:creationId xmlns:a16="http://schemas.microsoft.com/office/drawing/2014/main" id="{88446235-2F59-4817-AE44-0EB4708B1F54}"/>
              </a:ext>
            </a:extLst>
          </p:cNvPr>
          <p:cNvSpPr>
            <a:spLocks xmlns:a="http://schemas.openxmlformats.org/drawingml/2006/main" noGrp="1"/>
          </p:cNvSpPr>
          <p:nvPr/>
        </p:nvSpPr>
        <p:spPr>
          <a:xfrm xmlns:a="http://schemas.openxmlformats.org/drawingml/2006/main">
            <a:off x="1352550" y="5772150"/>
            <a:ext cx="9486900" cy="476250"/>
          </a:xfrm>
          <a:prstGeom xmlns:a="http://schemas.openxmlformats.org/drawingml/2006/main" prst="roundRect">
            <a:avLst>
              <a:gd name="adj" fmla="val 8000"/>
            </a:avLst>
          </a:prstGeom>
          <a:solidFill xmlns:a="http://schemas.openxmlformats.org/drawingml/2006/main">
            <a:srgbClr val="E2F4F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9A2FB96-A143-442C-9483-6565C954A5CC}"/>
              </a:ext>
            </a:extLst>
          </p:cNvPr>
          <p:cNvSpPr>
            <a:spLocks xmlns:a="http://schemas.openxmlformats.org/drawingml/2006/main" noGrp="1"/>
          </p:cNvSpPr>
          <p:nvPr/>
        </p:nvSpPr>
        <p:spPr>
          <a:xfrm xmlns:a="http://schemas.openxmlformats.org/drawingml/2006/main">
            <a:off x="1562100" y="5876925"/>
            <a:ext cx="906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6491"/>
          </a:bodyPr>
          <a:lstStyle xmlns:a="http://schemas.openxmlformats.org/drawingml/2006/main"/>
          <a:p xmlns:a="http://schemas.openxmlformats.org/drawingml/2006/main">
            <a:pPr algn="ctr">
              <a:defRPr sz="1425" b="1" i="0">
                <a:solidFill>
                  <a:srgbClr val="1B2B45"/>
                </a:solidFill>
                <a:latin typeface="Calibri"/>
                <a:ea typeface="Calibri"/>
                <a:cs typeface="Calibri"/>
              </a:defRPr>
            </a:pPr>
            <a:r>
              <a:rPr sz="1425" b="1" i="0">
                <a:solidFill>
                  <a:srgbClr val="1B2B45"/>
                </a:solidFill>
                <a:latin typeface="Calibri"/>
                <a:ea typeface="Calibri"/>
                <a:cs typeface="Calibri"/>
              </a:rPr>
              <a:t>Our frame names the user, observed pain, impact, success measure, and remaining evidence gaps.</a:t>
            </a:r>
          </a:p>
        </p:txBody>
      </p:sp>
      <p:sp>
        <p:nvSpPr>
          <p:cNvPr id="28" name="">
            <a:extLst xmlns:a="http://schemas.openxmlformats.org/drawingml/2006/main">
              <a:ext uri="{FF2B5EF4-FFF2-40B4-BE49-F238E27FC236}">
                <a16:creationId xmlns:a16="http://schemas.microsoft.com/office/drawing/2014/main" id="{5EDB9E0E-C31D-4103-A8BE-AEA201E879D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29" name="">
            <a:extLst xmlns:a="http://schemas.openxmlformats.org/drawingml/2006/main">
              <a:ext uri="{FF2B5EF4-FFF2-40B4-BE49-F238E27FC236}">
                <a16:creationId xmlns:a16="http://schemas.microsoft.com/office/drawing/2014/main" id="{6AD3DB78-333F-4942-A707-87D9F4FF890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1810233923"/>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07C7AC0-BB5E-4201-BA48-63BB63FE61D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4DAE53DA-76A3-4A1B-99B7-B4BFB2065BD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1C00AD74-6A7F-4427-85F3-94CBFA94C48B}"/>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6BA647BD-4FF5-444F-BEC1-434B0DDA618C}"/>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6D21EB4F-F65B-4496-8382-A2AD5789EB77}"/>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AC8892AC-393F-422D-AF91-7B66EA376088}"/>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F47897C2-978D-4CA1-BB84-468837B733B5}"/>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66539FF-827A-485E-9FDE-89C4AAA97F2F}"/>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B1CF289C-15C2-48C9-A7D8-D453E368F06D}"/>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6245153E-BD29-47CC-AB1F-5D1590CFF58B}"/>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87D88AAD-4BEF-40C9-AA3F-28880D8EE521}"/>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B489347A-B781-418A-B217-22D86EBB951A}"/>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05F64D64-542C-406F-BCD6-F42C7D2A93E3}"/>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471BECE-C2A6-4546-AA8C-AB58E436EBB2}"/>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BECAB456-CE8B-48D4-8DA3-E4BCCAF1D10A}"/>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F15E98A6-0452-4217-B71F-CE95C4BECC25}"/>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373A873E-29A5-4EAA-91BD-337EA998006A}"/>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F5D33098-87AA-4DD8-80C2-00BD28178519}"/>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99024737-4D8E-4D76-ACBA-63EAD588FF93}"/>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6697023-B886-46E7-86CB-5930AE1B386A}"/>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D518D73D-138F-4A23-9F98-7A71BD988D3D}"/>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1381352D-EC70-47BA-ADBB-AA837891390A}"/>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46C3C584-387F-4D4C-8618-94F26DE48FCB}"/>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ED437C32-EE10-4B15-9C26-9AB261405009}"/>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D64A7E28-1F27-4D31-98D0-C70423E9965F}"/>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9F7422D-7669-44F3-BDEB-4C3603622E05}"/>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896AD3BE-2B49-42A4-ABA8-A840A3108A3F}"/>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A291B4EA-102F-4C8C-841B-A15D41C70AD7}"/>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139DD708-D1AC-43C0-9810-5E1EECAA2830}"/>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DB667355-4201-4065-BD9E-6279BF791A6C}"/>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90064953-80C3-4297-B333-7BB324143582}"/>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5E6B0D9-FC99-4820-952D-2B3D16BDA918}"/>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73C0E4B9-F9AA-452F-B44F-06E4033D92B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4886588E-D04E-4A6C-8769-3671B0AB8BD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1785190714"/>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E103064-67B5-46BD-9ACD-A18203117F2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12604966-9A5A-41E8-A47C-32392C6AB027}"/>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93913B06-9B4B-4D91-9EAE-2F688B1A523B}"/>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EAFFD269-3C04-4562-A17A-738CF1E0A649}"/>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90A5520C-2349-4ED4-85D1-D05D1A107F09}"/>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0A65DC6D-D0A0-40CA-8BD6-C2E750AF2E66}"/>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99254226-A524-4D0D-BBDF-17C35D518E94}"/>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6DDF2E9-DC64-4F68-9485-8DE29A48DE62}"/>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45E8B286-C923-4571-AC7E-3627AADFB4AA}"/>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79A7C2C8-3541-464C-B22E-CFBB6AA2BF72}"/>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09FA2967-5225-465A-BCD0-CC8A3349DC3D}"/>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5DE4BE2A-1C2A-49B8-83A7-8B45965EE672}"/>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B9823C51-D7DF-4F09-9E9E-821DC1B51CC8}"/>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FB4EF7C-5B7C-4D94-8049-C69559669587}"/>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976A5AC7-A361-40F1-9F0A-F307050A73A9}"/>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ED3CB92D-56F2-4E0E-A469-65CB8156FF56}"/>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B225A25A-608E-4181-BF89-67028EC9C6C5}"/>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C195AB17-F68B-4B33-ABA9-EC075830F578}"/>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629BC698-F57E-449D-9DD2-EC2DB18B9929}"/>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8583522-ADBE-4D21-9227-DD2CF664B668}"/>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A3D12593-D128-4C82-B22C-B58F49BCB9F2}"/>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6A939C1E-EC15-4F57-8592-9140562C5D73}"/>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983E67F5-CF3F-4611-BEC1-E54BF409342F}"/>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46F7F14B-5CE0-4C92-AC44-B0C616DC77E3}"/>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6EF16BA1-F627-443A-888C-E00C7AAD11ED}"/>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F9CA426-FED5-4B57-96E1-12A7FA117160}"/>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24E18306-5AAC-4794-B39A-DB4B92EBA7C3}"/>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A352AEE0-0F4E-44A0-BC19-301D27479561}"/>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C02DA90C-7FC9-4B02-8BE8-EA18BEC49BF4}"/>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6617242F-7DC4-4453-B2EA-E406B0A5E0D4}"/>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C3F9EFEB-BF9F-4E01-9283-A4204A4BD46E}"/>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7C1B4B7-1AC9-47A8-9E6B-DB09540D0624}"/>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39BCB2D2-054F-405A-8F1E-77FDEB18FAB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E30B7109-2E26-44E2-9C21-8EB993F1B6F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559837306"/>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8330075B-29EE-4C0A-A9F3-6A211711C5C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A9368652-0EC7-4344-8E14-3B51E0CD0D7B}"/>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B0C8DCDE-596E-427B-87F9-C159AAD18D24}"/>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AB212A34-9836-45AF-B722-091145356AF5}"/>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1A2BD49B-FC4E-4DE2-9D28-CCB54C146854}"/>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D2332195-59BF-44E5-B7ED-A7E8463DDD27}"/>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50661BB3-6759-4077-A436-8FE1E3F932C6}"/>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220CE809-43EC-460A-825D-446133ECCF11}"/>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363CF005-4261-4CAC-BA3C-83AA183385AE}"/>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CA6C6D99-C9EF-4CBB-8CEA-73F79DD24F36}"/>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02F18DD4-4857-40CF-A468-2FEBEA71CAD9}"/>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C3E9735E-6267-42AB-A572-702393E3A828}"/>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27C6DEEF-CDA0-4353-BE5A-F36945F35A3A}"/>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4164EBF1-F647-41EF-B0AC-D6852B992957}"/>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EE1F7211-7E87-4333-87F7-BB6A024B43F5}"/>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08AF9541-0EBB-43EA-85EB-378AC60C7C82}"/>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B0D3C9A3-A90F-4A01-A715-3C19D4CEA1F5}"/>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42F270EE-A27E-4190-BAB5-8F5AB314EB35}"/>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FD7100D3-8FF3-469C-B866-E33C0DA4836D}"/>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4C3AD49B-F078-4B78-9132-42721FC43FEA}"/>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11CBE3F1-1E02-48A7-A19D-EFDD35F9A63E}"/>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1680BE61-1AF2-4A6E-B3EB-3ADB97EC38C0}"/>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1858ED1E-D4AA-48C9-807C-A76B83DD3669}"/>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6950F1B7-E277-412C-AE99-AB70093E7ED9}"/>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FA5381F3-958C-4AAC-9CD7-5B0B0CD9D465}"/>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B920FF35-C0DC-4F8B-8252-4BAF3727B1AE}"/>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1FCF4260-4332-47FD-AEFE-C3DFB852179A}"/>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38794638-E808-413B-A236-9CC707439995}"/>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B2920485-1671-4396-9F31-AAF0F0E448A2}"/>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0283F979-6D17-4587-859A-DACDC4AB5D4E}"/>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E020FF7C-DA06-45DD-9E7D-F39A594337F9}"/>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2F054F23-C517-4E62-886F-1C7D9318C934}"/>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347F2585-0F1B-46EF-9FDF-9E455A7C083D}"/>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868BB03F-CBDC-45FA-9185-89C246BC9FC4}"/>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36FA1E7D-43B1-4004-838A-3B8E388366BB}"/>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4054B6AC-620F-40D6-8D8B-FC13EBBA2D8A}"/>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AC4494F6-3F06-4457-9C8F-0600C8820013}"/>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9E1F6A69-4886-459E-A6D1-ACDD67268637}"/>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E33CB309-4C4E-44BF-9C6B-7FF9CCD159F0}"/>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962AF186-749F-457E-83B2-BBE25D59A1C2}"/>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9264F48C-1060-4193-9680-3B032A5EE08F}"/>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F4E7C236-AC39-4A5E-8487-4F656FA48789}"/>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F8CE2066-C74C-4E3C-9B63-ED10CEF266D2}"/>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554ACB89-6A36-49E6-8C77-9B3CD50949AF}"/>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6341DA3A-3B10-42B5-80D5-7D1961E4D365}"/>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31C6A0DB-09C1-4145-97DE-89F1F1770A04}"/>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DCAE2FA7-8E5F-4FA1-80D4-D1A92A3EFC90}"/>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2EBF8021-FB75-46B0-A7A2-495A8D5E013E}"/>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B4F4E04F-15C3-442A-A87B-4D476BCE2D12}"/>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FEECB8ED-8C52-4258-A806-47AE5205BB6C}"/>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5DA23049-CEC1-4F23-B1C4-53D0C023296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79393AA9-12CC-4081-B704-A8D0C40C23A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1549703470"/>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C73E240-859E-4FD9-95E1-E99F360D472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25581E1C-6F2D-48A1-AECD-847108EA708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D7D10EB8-3098-42F8-9DF7-BD2DB1045458}"/>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33565655-B706-44A0-8EA9-73D9A088CD91}"/>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999E0CF9-1EC2-48BC-A441-65F331123A7B}"/>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3CD04653-1410-4FA6-A7DC-2E6B670824FA}"/>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3C8508FD-B5A4-4C89-B516-550550901594}"/>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C4DA0DB2-E7C3-4FBC-973B-0B9B32A429DB}"/>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4C0ADC42-C53A-4060-B9AD-9920344E9C2F}"/>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1024C770-7FD9-4F27-A16D-118733DC7FDE}"/>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A8DBCAA5-B31F-498A-9D1A-4B74B6C07023}"/>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61D38885-1F70-449E-8D0C-8BEB7D6FB90D}"/>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7D8F577D-BDE4-4541-89F5-028CE9513DC6}"/>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550D75EE-2E81-4F9F-A7AF-838A46883F73}"/>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E40AD0FD-2A9C-4A5E-A6F9-EE9FAB2EE546}"/>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4FB60DAE-6D00-4107-82ED-9A77F46FA383}"/>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9C7FAF73-B12D-4BC8-AA7E-3199C09DBB31}"/>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D15ECD72-AD28-4E9D-9B4F-8E49DD1069C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795C240E-4FB3-463A-934D-F20B3E942B8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1302719840"/>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2486ECF3-BEBF-4EB4-9205-66825DB78FD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70266B6B-DE46-4553-8643-79531D6BEFA7}"/>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B7DF978F-C25A-43BF-9E19-6EA7C02473B6}"/>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788D9F47-C8BD-4B67-97AC-A8C1CE0B9E6D}"/>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B4BC8D41-C81F-4160-8A2F-20D842036F82}"/>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532C7311-4878-42D7-861B-5F6EE792B87F}"/>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FD46AD83-6F08-42EE-B8FD-489E291556BA}"/>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64EAD513-641B-4DBF-84C3-98F12220B3AF}"/>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AED2D7E9-A1D3-4E69-88A0-B74D82D12F70}"/>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8242BB66-6DB3-4825-8286-A5911684BD2F}"/>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0ACFE678-BDDE-498E-97ED-84C6FA0CF27A}"/>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2816A231-9A31-4812-A604-DFA4A74D711D}"/>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228EBF17-BE22-4470-A645-1C9D389430BD}"/>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6A273FA3-47BC-4544-93CD-BC65EBDB9750}"/>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F1348344-E438-446B-A55B-7CCE23D21B70}"/>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4FA6E25E-3A3E-40A8-831E-DEF4535043DE}"/>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14819BC1-DE60-461A-A349-A927E4508B22}"/>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BA8D029A-C7AB-4E90-8535-6FE04E131C0A}"/>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A3F35ADC-69B7-4E9D-B20F-7997418CF237}"/>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D17C5BDF-B782-405F-B985-1C92888AFC9B}"/>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034D94D3-AF46-45EC-A319-B9BF5EA7BB11}"/>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9886B8F3-0003-471B-967F-EB84FF8B84FD}"/>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3D340E48-4A7E-4DA3-B74B-DF92C32EF458}"/>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14A30566-F3F1-49D5-9242-10EB794F2881}"/>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F19D746C-976F-4943-9953-B29E06F0CB7A}"/>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D36D9DD7-3DBA-471D-950B-BCFD591AA677}"/>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8BD158BF-67EE-48FE-AA7B-082466823B5C}"/>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BF10D81D-E119-496D-AC53-19BC7817FD50}"/>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B92875DA-98FA-484A-9134-2A26A2C2CAC4}"/>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B99A69D3-6E53-4316-A5F4-DFB320CB1669}"/>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5FE1CEE3-830E-44AA-82E6-886EDB93DA35}"/>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6876A655-87B7-4F75-8A65-C6E5AB5B63D6}"/>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66191C7C-EEE1-47B1-829B-1DA802E6EA8F}"/>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E2C30A2F-6D11-45D5-8D03-97DBCD491728}"/>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3AD267FF-D75E-4804-AA14-87782595BC4D}"/>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D9E8AE77-E937-41A0-9A7D-5CB98AEFC386}"/>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63BF2B40-5C06-4CCA-981F-AAE27F15AE50}"/>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1143823C-5599-47FB-9540-268BEA0E5D5A}"/>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0815A405-796E-4297-BFF8-D2D1439292DB}"/>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C8B649C3-B535-495B-B22D-BA3E3626B85F}"/>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8BB600D3-0F15-4D62-B249-AEF4B763BD85}"/>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0A83824B-5F2E-4443-B549-EF051D8A4167}"/>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1B228417-9D5C-4BF1-B3F0-E6BC4413B6DB}"/>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F2163BF-8B61-464A-B98C-5E814E2F6BB3}"/>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1973903B-10BB-45EA-B3AC-077F28962AD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064B874E-CCAE-48DE-9761-425091E090A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297035264"/>
      </p:ext>
    </p:extLst>
  </p:cSld>
</p:sld>
</file>

<file path=ppt/slides/slide2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47EE4F-D061-4186-8CB1-86AD5C41DC8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4C525668-C4B9-459B-BE65-B38C4184FD7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95E4BDCD-F359-4512-9C1F-BE65AC273792}"/>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1EA19CAB-2D71-439C-ACA8-6E9D2463666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F137CD5E-8660-4C4A-AFEE-F1E53037F36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643830516"/>
      </p:ext>
    </p:extLst>
  </p:cSld>
</p:sld>
</file>

<file path=ppt/slides/slide22.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4D8888-8633-4542-9FE8-08809CC3E9F0}"/>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E23FA4E3-C14D-4C70-B8B7-F7BC2AB4E5DA}"/>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0F8663BD-5DEE-4947-B583-53F7428BBE31}"/>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B4B42E12-9C08-4921-A94F-77E1A6AB5150}"/>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B5EFC9EE-9B8E-4E93-A18E-2A416FF84842}"/>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29B2FDDB-648E-4E02-8471-DD45C2385D5F}"/>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5B566413-64A2-432C-8DBF-B2D2645B0A7F}"/>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314B5C27-2BA2-48FA-B459-34C50D234916}"/>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94580055-B430-4E74-B37C-DB0A5EA72C5A}"/>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21338E9C-1269-419E-BAAD-90063ED956C1}"/>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249989F9-AF29-42BA-9BBB-6D3D7DFA5C48}"/>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30DEC20D-D770-4078-B24B-3D68F0B28795}"/>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C6E33DB8-4C11-45C3-8C8D-8BD0EC7CAE66}"/>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EDAAFC36-2D09-4962-8292-962A8C036409}"/>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20495771-0998-4A95-A5AA-137271818673}"/>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D4055BCF-97FE-431D-906B-FCFAD400258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B79E2ED4-7B61-49AE-AAE0-E83C055BAE0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22</a:t>
            </a:r>
          </a:p>
        </p:txBody>
      </p:sp>
    </p:spTree>
    <p:extLst>
      <p:ext uri="{BB962C8B-B14F-4D97-AF65-F5344CB8AC3E}">
        <p14:creationId xmlns:p14="http://schemas.microsoft.com/office/powerpoint/2010/main" val="19636811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2026-09-19T06:37:27.5410000Z</dcterms:created>
  <dcterms:modified xsi:type="dcterms:W3CDTF">2026-09-19T06:37:27.5410000Z</dcterms:modified>
</coreProperties>
</file>