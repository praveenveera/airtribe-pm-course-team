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a41f8c141d453e" /><Relationship Type="http://schemas.openxmlformats.org/officeDocument/2006/relationships/extended-properties" Target="/docProps/app.xml" Id="Rdbbfb3a3ffce4146" /><Relationship Type="http://schemas.openxmlformats.org/officeDocument/2006/relationships/officeDocument" Target="/ppt/presentation.xml" Id="R4a049a4609d040fd" /></Relationships>
</file>

<file path=ppt/presentation.xml><?xml version="1.0" encoding="utf-8"?>
<p:presentation xmlns:p="http://schemas.openxmlformats.org/presentationml/2006/main">
  <p:sldMasterIdLst>
    <p:sldMasterId xmlns:r="http://schemas.openxmlformats.org/officeDocument/2006/relationships" id="2147483648" r:id="R6f5e182f1c9a48a7"/>
  </p:sldMasterIdLst>
  <p:notesMasterIdLst>
    <p:notesMasterId xmlns:r="http://schemas.openxmlformats.org/officeDocument/2006/relationships" r:id="R9092d39035b64d0c"/>
  </p:notesMasterIdLst>
  <p:sldIdLst>
    <p:sldId xmlns:r="http://schemas.openxmlformats.org/officeDocument/2006/relationships" id="256" r:id="R43cac4b7ab28491e"/>
    <p:sldId xmlns:r="http://schemas.openxmlformats.org/officeDocument/2006/relationships" id="257" r:id="R5598750625ec4a0e"/>
    <p:sldId xmlns:r="http://schemas.openxmlformats.org/officeDocument/2006/relationships" id="258" r:id="Rd55bf1b22d164201"/>
    <p:sldId xmlns:r="http://schemas.openxmlformats.org/officeDocument/2006/relationships" id="259" r:id="R0755171eba7c409d"/>
    <p:sldId xmlns:r="http://schemas.openxmlformats.org/officeDocument/2006/relationships" id="260" r:id="Rf701193cd5044af0"/>
    <p:sldId xmlns:r="http://schemas.openxmlformats.org/officeDocument/2006/relationships" id="261" r:id="R3efc8a54eaf24cc5"/>
    <p:sldId xmlns:r="http://schemas.openxmlformats.org/officeDocument/2006/relationships" id="262" r:id="R7d806f3eb1cd4c06"/>
    <p:sldId xmlns:r="http://schemas.openxmlformats.org/officeDocument/2006/relationships" id="263" r:id="Rd572de4ab7944ceb"/>
    <p:sldId xmlns:r="http://schemas.openxmlformats.org/officeDocument/2006/relationships" id="264" r:id="R49bca1ec7baf49ab"/>
    <p:sldId xmlns:r="http://schemas.openxmlformats.org/officeDocument/2006/relationships" id="265" r:id="Rf0c9ad5c7ca74b69"/>
    <p:sldId xmlns:r="http://schemas.openxmlformats.org/officeDocument/2006/relationships" id="266" r:id="Rd675b4f2c86e40f4"/>
    <p:sldId xmlns:r="http://schemas.openxmlformats.org/officeDocument/2006/relationships" id="267" r:id="Re46bd1c360e44684"/>
    <p:sldId xmlns:r="http://schemas.openxmlformats.org/officeDocument/2006/relationships" id="268" r:id="R9a54a7f4d7b94ae9"/>
    <p:sldId xmlns:r="http://schemas.openxmlformats.org/officeDocument/2006/relationships" id="269" r:id="Rb93ac01672fb4d87"/>
    <p:sldId xmlns:r="http://schemas.openxmlformats.org/officeDocument/2006/relationships" id="270" r:id="R2404253a6c30443e"/>
    <p:sldId xmlns:r="http://schemas.openxmlformats.org/officeDocument/2006/relationships" id="271" r:id="R82a75b8f9593406c"/>
    <p:sldId xmlns:r="http://schemas.openxmlformats.org/officeDocument/2006/relationships" id="272" r:id="R062ac3631c664b86"/>
    <p:sldId xmlns:r="http://schemas.openxmlformats.org/officeDocument/2006/relationships" id="273" r:id="Rbf6b1ec095794196"/>
    <p:sldId xmlns:r="http://schemas.openxmlformats.org/officeDocument/2006/relationships" id="274" r:id="R01942b41fabf441d"/>
    <p:sldId xmlns:r="http://schemas.openxmlformats.org/officeDocument/2006/relationships" id="275" r:id="R847ac6e074f840b5"/>
    <p:sldId xmlns:r="http://schemas.openxmlformats.org/officeDocument/2006/relationships" id="276" r:id="R41ec384f147f42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2633fd45014170" /><Relationship Type="http://schemas.openxmlformats.org/officeDocument/2006/relationships/slideMaster" Target="/ppt/slideMasters/slideMaster1.xml" Id="R6f5e182f1c9a48a7" /><Relationship Type="http://schemas.openxmlformats.org/officeDocument/2006/relationships/notesMaster" Target="/ppt/notesMasters/notesMaster1.xml" Id="R9092d39035b64d0c" /><Relationship Type="http://schemas.openxmlformats.org/officeDocument/2006/relationships/presProps" Target="/ppt/presProps.xml" Id="R5fa9a188d8db4d0d" /><Relationship Type="http://schemas.openxmlformats.org/officeDocument/2006/relationships/tableStyles" Target="/ppt/tableStyles.xml" Id="Ra3cdc092b52b4ad5" /><Relationship Type="http://schemas.openxmlformats.org/officeDocument/2006/relationships/slide" Target="/ppt/slides/slide1.xml" Id="R43cac4b7ab28491e" /><Relationship Type="http://schemas.openxmlformats.org/officeDocument/2006/relationships/slide" Target="/ppt/slides/slide2.xml" Id="R5598750625ec4a0e" /><Relationship Type="http://schemas.openxmlformats.org/officeDocument/2006/relationships/slide" Target="/ppt/slides/slide3.xml" Id="Rd55bf1b22d164201" /><Relationship Type="http://schemas.openxmlformats.org/officeDocument/2006/relationships/slide" Target="/ppt/slides/slide4.xml" Id="R0755171eba7c409d" /><Relationship Type="http://schemas.openxmlformats.org/officeDocument/2006/relationships/slide" Target="/ppt/slides/slide5.xml" Id="Rf701193cd5044af0" /><Relationship Type="http://schemas.openxmlformats.org/officeDocument/2006/relationships/slide" Target="/ppt/slides/slide6.xml" Id="R3efc8a54eaf24cc5" /><Relationship Type="http://schemas.openxmlformats.org/officeDocument/2006/relationships/slide" Target="/ppt/slides/slide7.xml" Id="R7d806f3eb1cd4c06" /><Relationship Type="http://schemas.openxmlformats.org/officeDocument/2006/relationships/slide" Target="/ppt/slides/slide8.xml" Id="Rd572de4ab7944ceb" /><Relationship Type="http://schemas.openxmlformats.org/officeDocument/2006/relationships/slide" Target="/ppt/slides/slide9.xml" Id="R49bca1ec7baf49ab" /><Relationship Type="http://schemas.openxmlformats.org/officeDocument/2006/relationships/slide" Target="/ppt/slides/slide10.xml" Id="Rf0c9ad5c7ca74b69" /><Relationship Type="http://schemas.openxmlformats.org/officeDocument/2006/relationships/slide" Target="/ppt/slides/slide11.xml" Id="Rd675b4f2c86e40f4" /><Relationship Type="http://schemas.openxmlformats.org/officeDocument/2006/relationships/slide" Target="/ppt/slides/slide12.xml" Id="Re46bd1c360e44684" /><Relationship Type="http://schemas.openxmlformats.org/officeDocument/2006/relationships/slide" Target="/ppt/slides/slide13.xml" Id="R9a54a7f4d7b94ae9" /><Relationship Type="http://schemas.openxmlformats.org/officeDocument/2006/relationships/slide" Target="/ppt/slides/slide14.xml" Id="Rb93ac01672fb4d87" /><Relationship Type="http://schemas.openxmlformats.org/officeDocument/2006/relationships/slide" Target="/ppt/slides/slide15.xml" Id="R2404253a6c30443e" /><Relationship Type="http://schemas.openxmlformats.org/officeDocument/2006/relationships/slide" Target="/ppt/slides/slide16.xml" Id="R82a75b8f9593406c" /><Relationship Type="http://schemas.openxmlformats.org/officeDocument/2006/relationships/slide" Target="/ppt/slides/slide17.xml" Id="R062ac3631c664b86" /><Relationship Type="http://schemas.openxmlformats.org/officeDocument/2006/relationships/slide" Target="/ppt/slides/slide18.xml" Id="Rbf6b1ec095794196" /><Relationship Type="http://schemas.openxmlformats.org/officeDocument/2006/relationships/slide" Target="/ppt/slides/slide19.xml" Id="R01942b41fabf441d" /><Relationship Type="http://schemas.openxmlformats.org/officeDocument/2006/relationships/slide" Target="/ppt/slides/slide20.xml" Id="R847ac6e074f840b5" /><Relationship Type="http://schemas.openxmlformats.org/officeDocument/2006/relationships/slide" Target="/ppt/slides/slide21.xml" Id="R41ec384f147f42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2ade39186243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7df54e4ada4b88" /><Relationship Type="http://schemas.openxmlformats.org/officeDocument/2006/relationships/notesMaster" Target="/ppt/notesMasters/notesMaster1.xml" Id="Rb46dff4a1f114d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3c20bb0cca4e5b" /><Relationship Type="http://schemas.openxmlformats.org/officeDocument/2006/relationships/notesMaster" Target="/ppt/notesMasters/notesMaster1.xml" Id="R2204b0a4e61e40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ad21aba04749c8" /><Relationship Type="http://schemas.openxmlformats.org/officeDocument/2006/relationships/notesMaster" Target="/ppt/notesMasters/notesMaster1.xml" Id="Rca4d1582763642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2f328257df42d9" /><Relationship Type="http://schemas.openxmlformats.org/officeDocument/2006/relationships/notesMaster" Target="/ppt/notesMasters/notesMaster1.xml" Id="R1d163fc13e764e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5b207ffd0a428b" /><Relationship Type="http://schemas.openxmlformats.org/officeDocument/2006/relationships/notesMaster" Target="/ppt/notesMasters/notesMaster1.xml" Id="Rcf8f48cb322a48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42deffb9084d2c" /><Relationship Type="http://schemas.openxmlformats.org/officeDocument/2006/relationships/notesMaster" Target="/ppt/notesMasters/notesMaster1.xml" Id="R6d8a5ef048f048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dfcf0ac9994eab" /><Relationship Type="http://schemas.openxmlformats.org/officeDocument/2006/relationships/notesMaster" Target="/ppt/notesMasters/notesMaster1.xml" Id="R8b317252b17c45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4b67a717404e8f" /><Relationship Type="http://schemas.openxmlformats.org/officeDocument/2006/relationships/notesMaster" Target="/ppt/notesMasters/notesMaster1.xml" Id="Rd4a287027dd642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3c7d9371ca45c2" /><Relationship Type="http://schemas.openxmlformats.org/officeDocument/2006/relationships/notesMaster" Target="/ppt/notesMasters/notesMaster1.xml" Id="Rfccbc34113e04d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53bf72739a4799" /><Relationship Type="http://schemas.openxmlformats.org/officeDocument/2006/relationships/notesMaster" Target="/ppt/notesMasters/notesMaster1.xml" Id="R0880c5723e7d4b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b085b1b76446b6" /><Relationship Type="http://schemas.openxmlformats.org/officeDocument/2006/relationships/notesMaster" Target="/ppt/notesMasters/notesMaster1.xml" Id="R17ab43d05ee442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8e3aefa54f4e6c" /><Relationship Type="http://schemas.openxmlformats.org/officeDocument/2006/relationships/notesMaster" Target="/ppt/notesMasters/notesMaster1.xml" Id="R0f2f614b8e8844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ee54fa5dac43bb" /><Relationship Type="http://schemas.openxmlformats.org/officeDocument/2006/relationships/notesMaster" Target="/ppt/notesMasters/notesMaster1.xml" Id="R661279adfeb841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8a57b735974862" /><Relationship Type="http://schemas.openxmlformats.org/officeDocument/2006/relationships/notesMaster" Target="/ppt/notesMasters/notesMaster1.xml" Id="R850104bf79fe43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b9eefb72c842fe" /><Relationship Type="http://schemas.openxmlformats.org/officeDocument/2006/relationships/notesMaster" Target="/ppt/notesMasters/notesMaster1.xml" Id="Rdf7484e8d12440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3626bc98ba8427d" /><Relationship Type="http://schemas.openxmlformats.org/officeDocument/2006/relationships/notesMaster" Target="/ppt/notesMasters/notesMaster1.xml" Id="Rdfbee4e7075a4d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8b9b23e9624741" /><Relationship Type="http://schemas.openxmlformats.org/officeDocument/2006/relationships/notesMaster" Target="/ppt/notesMasters/notesMaster1.xml" Id="R8c51405e234a4c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371bae5b57742eb" /><Relationship Type="http://schemas.openxmlformats.org/officeDocument/2006/relationships/notesMaster" Target="/ppt/notesMasters/notesMaster1.xml" Id="R7d7ab74f69fd4b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90d22083d945bb" /><Relationship Type="http://schemas.openxmlformats.org/officeDocument/2006/relationships/notesMaster" Target="/ppt/notesMasters/notesMaster1.xml" Id="R615f8a96158e4ee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6ce5de1ce24cba" /><Relationship Type="http://schemas.openxmlformats.org/officeDocument/2006/relationships/notesMaster" Target="/ppt/notesMasters/notesMaster1.xml" Id="R506770e70d7b4f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5180f5ffaa4869" /><Relationship Type="http://schemas.openxmlformats.org/officeDocument/2006/relationships/notesMaster" Target="/ppt/notesMasters/notesMaster1.xml" Id="Raae8a75cf2c944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Find My Ride examines a narrow but stressful moment: after booking, the app can show a pin, or even say the driver has arrived, while rider and driver still cannot find each other. The goal is to understand when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A word on method. Synchronous interviews were not feasible, so I built a multilingual self-serve app with rider and driver branches and optional open-text or voice prompts. After removing one duplicate, the base is sixty-two respondents: fifty-eight riders and four drivers. Thirty answered open-ended questions and eleven wrote extended accounts. This gave breadth and language coverage, but no live probing, so it does not replace moderated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Desk research changed the framing. Uber already publishes Hyderabad airport guidance, including in-app directions and the D1 pickup zone. Grab, Lyft, Waymo, and MyGate show patterns for venue guidance, structured handoffs, and access-aware stops. These are design precedents, not proof of local value. The opportunity is better coverage, clarity, and recovery within real access and stopping constraints.</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A credible market estimate needs Hyderabad four-wheel pickup volume, the share starting at complex locations, and the share experiencing material difficulty. Those inputs are not publicly available, so I show the model and exposure pools rather than inventing a TAM. Public sources show large passenger flows at the airport, metro, and railway stations. For this problem, location type is more useful than demographic segmentation.</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research goal is to understand what breaks during difficult pickups and how people recover. The evidence points to a shared-reference-point problem at complex locations, not proof that the map is always wrong. The rider is the primary user, with the driver as the connected stakeholder. The job statement remains an assumption to validate. Success would mean fewer reactive contacts and lower arrived-to-trip-start dwell.</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required interview questions were adapted for the online instrument. They covered the latest difficult pickup, what the app showed, when coordination broke, what the person did next, the effort involved, what helped, whether it happened elsewhere, what support was missing, and what prevented drivers from reaching the rider. They were asked asynchronously,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sample says the problem is meaningful, but not universal. Twenty-four of fifty-one recent four-wheel users reported difficulty or uncertainty. Among twenty-eight issue cases, twenty-three said the problem had happened before, twenty said calls or messages helped, and six said nothing helped. “Happened before” does not prove the same venue repeatedly failed, and these percentages are not Hyderabad-wide prevalence.</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cases concentrate in complex places: airports, gated residences, malls, offices, and stations. Calling is the dominant recovery action, followed by waiting and moving. The app often hands the final physical coordination step back to rider and driver. The opportunity is to reduce that manual effort. The appendix lists all ten insights and their evidence strength.</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recommended direction is to make the fallback faster without making the map more complicated. P-zero is a structured meeting note. P-one is guided recovery when coordination stalls. P-two is reusable venue information. This is a test sequence, not a committed roadmap, and it should appear only at selected complex locations.</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strongest first test is a structured pre-arrival meeting note. At flagged complex pickups, ask for one concise handoff: gate or side, landmark, and waiting spot. One respondent already does this manually. Test whether the prompt reduces reactive calls, arrived-to-trip-start dwell, location changes, and cancellations without adding friction to normal pickups.</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P-one is guided stalled-pickup recovery. Start with reconnect actions, and test reassignment only for unresolved cases because it affects driver time and marketplace cost. P-two is venue-specific coordination information at two or three validated venues. That requires ownership and expiry because stale access guidance can be worse than no guidance.</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smallest coordination aid first, not commit to a broad build. The evidence is limited: asynchronous research without live probing, only four drivers, and a non-representative sample. The highest-value next step is moderated rider and driver research, plus reliable arrived-to-trip-start data at selected venues. The appendix and evidence ZIP carry full traceability.</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a1444393de4c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0e5e5d91f344a8" /><Relationship Type="http://schemas.openxmlformats.org/officeDocument/2006/relationships/slideLayout" Target="/ppt/slideLayouts/slideLayout1.xml" Id="R2ce1cfce46674b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e1cfce46674b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0c35289d48435c" /><Relationship Type="http://schemas.openxmlformats.org/officeDocument/2006/relationships/notesSlide" Target="/ppt/notesSlides/notesSlide1.xml" Id="Re3982c088a9744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f6703234fa49fb" /><Relationship Type="http://schemas.openxmlformats.org/officeDocument/2006/relationships/image" Target="/ppt/media/image.png" Id="R792b0e709e284af1" /><Relationship Type="http://schemas.openxmlformats.org/officeDocument/2006/relationships/hyperlink" Target="https://praveenveera.github.io/uber-pickup-survey/" TargetMode="External" Id="R32a7797f331949f3" /><Relationship Type="http://schemas.openxmlformats.org/officeDocument/2006/relationships/notesSlide" Target="/ppt/notesSlides/notesSlide2.xml" Id="Rb348aa61b2f041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74b34688ef4fe2" /><Relationship Type="http://schemas.openxmlformats.org/officeDocument/2006/relationships/notesSlide" Target="/ppt/notesSlides/notesSlide3.xml" Id="R1afa251bb94f43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c57a7b28af4404" /><Relationship Type="http://schemas.openxmlformats.org/officeDocument/2006/relationships/notesSlide" Target="/ppt/notesSlides/notesSlide4.xml" Id="R674bef0c1e584c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96563b3dce4dfa" /><Relationship Type="http://schemas.openxmlformats.org/officeDocument/2006/relationships/notesSlide" Target="/ppt/notesSlides/notesSlide5.xml" Id="R9944586be05d4e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20a4bbd70a44b1" /><Relationship Type="http://schemas.openxmlformats.org/officeDocument/2006/relationships/notesSlide" Target="/ppt/notesSlides/notesSlide6.xml" Id="R87f76df4cdfd47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a420d6769a4504" /><Relationship Type="http://schemas.openxmlformats.org/officeDocument/2006/relationships/notesSlide" Target="/ppt/notesSlides/notesSlide7.xml" Id="R6fc1fa0a548e4e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8db42b720f40ea" /><Relationship Type="http://schemas.openxmlformats.org/officeDocument/2006/relationships/notesSlide" Target="/ppt/notesSlides/notesSlide8.xml" Id="Rea3111b870564d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8091c5b0504933" /><Relationship Type="http://schemas.openxmlformats.org/officeDocument/2006/relationships/notesSlide" Target="/ppt/notesSlides/notesSlide9.xml" Id="Rc03d91a09a6f4e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57c503b40f4454" /><Relationship Type="http://schemas.openxmlformats.org/officeDocument/2006/relationships/notesSlide" Target="/ppt/notesSlides/notesSlide10.xml" Id="R44afecc8cd3a4b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24e8356b5a4271" /><Relationship Type="http://schemas.openxmlformats.org/officeDocument/2006/relationships/notesSlide" Target="/ppt/notesSlides/notesSlide11.xml" Id="R0bab2ebb40c84b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0d314d23d0e4674" /><Relationship Type="http://schemas.openxmlformats.org/officeDocument/2006/relationships/notesSlide" Target="/ppt/notesSlides/notesSlide12.xml" Id="R066b006c2e4a44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12ed4b7a424b1f" /><Relationship Type="http://schemas.openxmlformats.org/officeDocument/2006/relationships/notesSlide" Target="/ppt/notesSlides/notesSlide13.xml" Id="Rbe88fc80f4054b4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285607772ca42bc" /><Relationship Type="http://schemas.openxmlformats.org/officeDocument/2006/relationships/image" Target="/ppt/media/image2.png" Id="Rcd04b8555e3e4ce5" /><Relationship Type="http://schemas.openxmlformats.org/officeDocument/2006/relationships/image" Target="/ppt/media/image3.png" Id="R0f04a994f5c142a0" /><Relationship Type="http://schemas.openxmlformats.org/officeDocument/2006/relationships/notesSlide" Target="/ppt/notesSlides/notesSlide14.xml" Id="R2dbc36cb986245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8f888a81f9f43f0" /><Relationship Type="http://schemas.openxmlformats.org/officeDocument/2006/relationships/notesSlide" Target="/ppt/notesSlides/notesSlide15.xml" Id="R8ffbfb30d24444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cfba721c5684590" /><Relationship Type="http://schemas.openxmlformats.org/officeDocument/2006/relationships/notesSlide" Target="/ppt/notesSlides/notesSlide16.xml" Id="R2f686898735341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003adbbdf5c4b3e" /><Relationship Type="http://schemas.openxmlformats.org/officeDocument/2006/relationships/notesSlide" Target="/ppt/notesSlides/notesSlide17.xml" Id="R3bd0c539cfc94c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6dbb41878784078" /><Relationship Type="http://schemas.openxmlformats.org/officeDocument/2006/relationships/notesSlide" Target="/ppt/notesSlides/notesSlide18.xml" Id="R3f3eae82b04f4b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d49d25d0a13496d" /><Relationship Type="http://schemas.openxmlformats.org/officeDocument/2006/relationships/notesSlide" Target="/ppt/notesSlides/notesSlide19.xml" Id="R7a407a352ef34d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026909c72dc402f" /><Relationship Type="http://schemas.openxmlformats.org/officeDocument/2006/relationships/notesSlide" Target="/ppt/notesSlides/notesSlide20.xml" Id="Rcdd35b86e7a149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a06b51baab74499" /><Relationship Type="http://schemas.openxmlformats.org/officeDocument/2006/relationships/notesSlide" Target="/ppt/notesSlides/notesSlide21.xml" Id="Rb12f58941db24d42"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99B9606-8C93-4A98-88F9-1079A0E6D42C}"/>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971B6CB4-D050-4164-8B08-822F87C58265}"/>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3D2EC08C-BF77-42B2-BDE8-5B3148F8FB1A}"/>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00FFA0C8-52BA-4674-B465-DAAABDC2FFAC}"/>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DF69AD-2BD8-42AC-8712-3AB5B3BF848A}"/>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46E4AB8F-0AA3-4A0B-8843-423158340827}"/>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2D64F9B6-2FCF-442E-A4E9-DB1F400D4CB1}"/>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EF9ED7-A016-42DD-A5CD-C64007F98DA9}"/>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C42B9BEC-8976-46EF-92C7-62D11A60A18F}"/>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5EC63F8D-87CC-4B58-A7F3-BB31C17FDD2E}"/>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4B1C75-EA10-4234-A89C-4241245A07E2}"/>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BA29B538-7C2C-4022-A008-0C2FD41C5085}"/>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A71A154D-2F02-4781-91F5-FAD026AC7A2A}"/>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803D551-3D5D-40F3-B0DB-C7D6B725905C}"/>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98E59C62-EE7C-4423-B7CC-C246A209B972}"/>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1CB7B22B-9A4C-4A28-BC0C-A4FAE0C09EF1}"/>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144694699"/>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84717AE-4006-4C54-8AB0-54788BAD3B5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EDBF6AB7-746D-441B-A145-CAE66A753D6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CEA62F74-FE50-46DA-805E-9F1D6D6C123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670DCF63-9933-4E74-9C3C-C5630CDBB2C2}"/>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42D5E63-F59A-4507-B502-BB24D986F289}"/>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D78BAE0C-61B1-40C1-8253-04CE8671BE05}"/>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637DE4DA-B1A5-4AAF-9B1D-3995C96FE13D}"/>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12B914EB-D0FF-4320-B8AD-0DFD7EB90C77}"/>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39CA37EC-DFBE-405A-B085-8BBAFD2B6A9D}"/>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CB32DD7E-9023-40A8-BF62-387B137080C0}"/>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62C63276-5727-4AC0-8142-997FEAFA08B6}"/>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192DCBD3-6C4C-4C75-86A9-1388FD5D1753}"/>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3CB4013C-8857-400C-A3FC-B7D8E53E4027}"/>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2625199E-118D-44D4-8AB3-B9BC7DCEC48E}"/>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92b0e709e284af1"/>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4B885AA-16D5-4B71-98BC-F056C0713A29}"/>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32a7797f331949f3"/>
              </a:rPr>
              <a:t>https://praveenveera.github.io/uber-pickup-survey/</a:t>
            </a:r>
          </a:p>
        </p:txBody>
      </p:sp>
      <p:sp>
        <p:nvSpPr>
          <p:cNvPr id="17" name="">
            <a:extLst xmlns:a="http://schemas.openxmlformats.org/drawingml/2006/main">
              <a:ext uri="{FF2B5EF4-FFF2-40B4-BE49-F238E27FC236}">
                <a16:creationId xmlns:a16="http://schemas.microsoft.com/office/drawing/2014/main" id="{DB1C6850-CC3F-4797-AB0A-B8B5E1874CC5}"/>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536E6C4F-F162-4D38-A6A5-17646B095DC4}"/>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0F6BBB9C-01D6-480B-84EC-8334F1A8C3F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00971A96-8685-4EB9-8D94-E08BBF2AFC7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86855287"/>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5AE771C-928D-4C32-B270-3BD82911262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96AB88BA-B2E8-4D31-B1D1-76CE7A6E09C1}"/>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CC18A847-1FE4-41B5-99C4-19202DCDB14A}"/>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794C410A-29CD-48BC-86CB-157C9F3CF0A7}"/>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DA8DCBE1-58F0-45A8-AC7F-789F0250DBB3}"/>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28056B58-2316-4D2F-BC60-CB35322E202C}"/>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1013C951-170F-4C03-8FE8-86E6D21F3BB4}"/>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81BEB87-C7BC-4D1F-88AD-DC0638DF56E6}"/>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466DEC31-E36E-4D7E-8074-C04E517F3913}"/>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DBE7C40D-BB06-471F-AC44-EE283C0083BB}"/>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7E9F32C2-A1F6-448F-A40A-B439CB7D94F6}"/>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B22E28C0-B1CE-4934-B2DD-D6A8BB4D5138}"/>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5F9ABF0A-0E5B-4E9B-9FA4-1A36E97ABA3E}"/>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A9BCBAF-0E52-4F70-B100-53CA7F21A3C8}"/>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162BEF56-835C-4561-806E-EDD69D7E6764}"/>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2DBBE3EF-CE22-425B-B6A5-DD6A196ECAF8}"/>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736EE2C-843E-4FB6-B932-B75942D01F32}"/>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B40E246D-5BCB-4C47-B5AE-85AF87BB42C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7D79E2A9-F359-4CFA-AF9B-46652EB901E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435877672"/>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9845C13-58AA-4903-BAAD-04F77427A17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6C0245B1-C9B4-425D-8D8F-67109F67678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17F536B8-D145-4073-A30C-052679092C33}"/>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DD4D4569-2AE5-4028-BC4D-A3B9046CF9BA}"/>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F822F1FB-680C-4337-BE99-749F6EB44C7A}"/>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D16DB202-43E0-4741-9012-ACA2B5E01FAE}"/>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575ED96F-93BD-40DF-A90B-674CA5038B33}"/>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C01B692E-3E24-4810-BCCE-E15320496938}"/>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3FDD1C8C-241B-436A-9FBA-2E3BF6E31296}"/>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FC213874-4E7A-466C-A606-E38755B1F4FC}"/>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DB0881EA-4F6A-4154-BB6B-72A5A6E60BAD}"/>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D0CE182A-C6F2-4773-ADCE-6E014B4C4693}"/>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322897E8-148E-42FA-A7FE-9129757384E1}"/>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4CC7F79-BE29-467F-81DD-3330F75B6C8A}"/>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385683E3-0215-4715-890B-842DC5C3951F}"/>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AB5F84AD-5C6F-4DF8-ABAE-C1C700665284}"/>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6130D7F-BF63-46D4-91EF-88C44E170354}"/>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455A2A4C-C26B-43BB-94C1-8F7346AAC36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026C4813-36EF-4316-A825-D34422D1FB1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315756093"/>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817775F-BFA5-4983-909B-1FA40F4B843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C8BFF134-D620-431D-A7BC-E398120A6F7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C29E55C6-DB08-4BB5-8DB7-C41BDC90EB05}"/>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0417C615-D12C-4D9C-A770-B155D38726F4}"/>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220456-E22A-43F4-9BA8-BA50BE110069}"/>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0F54FF58-80E0-45AA-8944-26BB791ADA08}"/>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FB6BADFB-9E0E-4CC3-A95D-F09B74DB51E9}"/>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633FDFE0-F26E-4B35-BAD7-2494F123FA73}"/>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6C1186A3-9B2E-433E-A8CF-EEA0FD7D6B4E}"/>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C9EC4338-EB1E-404C-8C31-C842CB78D585}"/>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40AFB358-EC54-41EE-A393-5FC9A514D8D5}"/>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CF21F68C-564E-47CE-BB84-E5075938054F}"/>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C6C84BD-FD19-495F-89D8-6C427274DC1D}"/>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DB980559-2D94-4611-992C-203CE3F5A64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A4018097-AA59-46F4-84FA-B95B66B808D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997467712"/>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B0D4B7-D091-4835-B98A-119CD076AE6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9CA05230-22A5-4788-A0FB-FF6C21242F81}"/>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2AC99533-2378-4411-815F-2DD9600E4F72}"/>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87B17792-E445-4684-9E28-E3A8B846A102}"/>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6713C0DF-43F6-4541-AD74-C121782F53AA}"/>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4B7A7C2-D2D1-45F3-8D3E-8FDF930A5767}"/>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41DE1E3A-4BCE-4311-BF2A-AA89E6CEC79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300363A9-DADF-47F3-A45C-717F22C35F5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744327204"/>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182E2FE-F5E2-44C6-987E-8DD21B249C8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FF5FBC2D-167B-43BB-AB3D-B172F1E6999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5085207E-6E2D-4E0F-A624-281322DFFDB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41CC05E0-E000-4F55-B3D8-C6C2C94CE817}"/>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CA172C1-75DB-4215-B55D-ACE1BBA9E03D}"/>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08EE3402-0111-4C28-A3C7-FC70CF97D748}"/>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4748B8D3-C76D-4E62-AC11-0B623A15F825}"/>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39BDE62-227F-4AE2-AA04-9BCE0F4EB7E0}"/>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698C9666-32BC-4CD2-8C91-948241E0EF0A}"/>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2246FABD-4843-4648-9F71-0E955279E579}"/>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380FA06-7A8E-48F8-A3FE-E664A51CF08C}"/>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62EDE114-03D1-46A2-8B01-C1B9BB6A48BF}"/>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F928E306-759B-4C18-85D7-FB4542F73893}"/>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E36886-62B7-491C-86D5-EE3E5300B43C}"/>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D4DDD52A-CBD8-40D0-8591-70E0AFD50174}"/>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48E757A4-FC65-4432-AE33-078FC9FCC7FF}"/>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39088EB-A4FD-4A91-9860-A0B2BCD2C3AB}"/>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46726169-4CE3-4893-A1E7-383FB65D5AA1}"/>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EA0E2CCC-A7E6-4E07-B6F9-894240CBF569}"/>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61D575C-9029-4CB8-863C-D1680B449B59}"/>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7480BCDE-9FCD-4285-9FF4-6C45B250179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65248DD6-325F-4F66-88BA-D748C74E327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854186716"/>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A819C35D-C044-4C49-AF12-450A7AE3E17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310DE3B7-C0F6-478E-BDD5-817CCBF2BAC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19F91584-DBC8-4427-8C49-6D90E1AD65C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1D3970C0-9AE3-4762-87FF-044274E55295}"/>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3E850477-4B16-4F5C-BAEB-7642F19DBCCB}"/>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D9316945-5658-4167-805D-6A97FCA293AD}"/>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2F5848-FD1A-42F7-A65B-625E6934045B}"/>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2241D7C-0C40-41A6-8217-3F521AC0CCDC}"/>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102E0A65-59C8-450C-813E-29A9EBF80436}"/>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448DB4C5-9859-448A-8427-6718273D1E7D}"/>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76DCE50-19F4-4C31-B9D5-62AA1C29067F}"/>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B7EF7B6-B5B0-4787-9158-B71F356F3F74}"/>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C79D6185-2802-40AA-B09B-B3A7F5726156}"/>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E1B1E0B2-FB7B-467B-91C1-0F76A5918542}"/>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144135-2103-4211-957F-B1DE4D4A6712}"/>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228B478-4C89-4996-8610-B6F1BE18F47E}"/>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F412A8EA-5EC7-48A7-9C5B-739AF0A28FE8}"/>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78D0E1E4-3389-4686-BAC0-C040BDD7E616}"/>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C16F7EB-7814-43E6-98D0-CB9BE1878AFF}"/>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160DE1A-6883-48D4-B8C0-751A2BFD2DF1}"/>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8C59BD83-6476-4FE7-B561-AA40E3F950C2}"/>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6FAF530D-6B21-4195-8DB2-55385CFC8140}"/>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FB2DE8F-64A2-49A0-ACD9-1C05711C008F}"/>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0F92937-9927-434A-88C8-CF155C0D19D5}"/>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E5012036-6712-4CB6-A1FA-0A7BBA6E58C6}"/>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A618F93C-6731-4207-8240-96277FF03CC2}"/>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9BF344B-6D97-427D-A052-36D6B7AA854B}"/>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FE987BA-A2C7-45FA-BE7A-658B91715A4C}"/>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5A4653B0-E3F2-4A65-99D8-F09E9701FC08}"/>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5C1C7A62-B20F-4F4D-B464-B1532238C473}"/>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282AE265-2FDE-4FCD-B5AB-531AB0B1F78C}"/>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23600C7-9EE7-45D1-93D1-7DEE14D14F0B}"/>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40CF8E4-9FD5-483C-AA9E-F762F23D7338}"/>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63507B32-9A58-4374-B252-CF8FBB8FE865}"/>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EF12D367-44B3-4129-B282-4921DE724B22}"/>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3C529B9-6AD5-4C72-95F6-448283467171}"/>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2368D60-84A1-4281-9F80-36F1C720FFA5}"/>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F61A12D5-C9FA-4618-9E29-73DE04DA8F8E}"/>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AC7730F5-8BB5-446F-8F65-F0853B682B9C}"/>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84072C23-B9E3-415F-850A-62226FA06333}"/>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955AEC8-DC52-49A0-81BD-07DAD042BC79}"/>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04702958-0366-44EC-96E5-3EBD550EF060}"/>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A63D9EB5-7087-40ED-9E26-8A40BF77B31C}"/>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3B172AE-B2B3-4635-8367-BB95B7361A82}"/>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11616A5-6C7D-4462-A6CC-5C412EB94EDC}"/>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E871A5A4-6048-44E0-A265-D79438084384}"/>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E96F0B71-7749-42C1-A2F9-7550445D5853}"/>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C819CD6-C457-4F5D-AF6F-31604D5FE264}"/>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5A928BB-19CF-49D5-84AD-56A662A5A420}"/>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698CCB78-956F-460A-9191-1AC64CE357EF}"/>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CB3AFE15-219A-448C-BD8B-8488758D3819}"/>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8EFF5324-8926-4948-A896-996709DE4275}"/>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3C3001DD-5972-47EF-976D-502740B66163}"/>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58DB78B5-8B45-41D8-B29D-FD1095BEAB4D}"/>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05E9CB4C-E907-43EA-9F32-114409FA9ED1}"/>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7F50D39C-C9B5-445B-8B28-D6B90BBFBF0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9CA773FD-81C1-49C3-A41C-6D623182669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950806081"/>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EA0DC78-1B6A-44BF-B1FB-27CE1B611B0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859191EF-2090-45DC-930F-B9AD6C7E37B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8FA4ECD6-5382-4FB6-9359-8806CCD45A42}"/>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D330F7D-2BB7-4FC3-A4E2-610AD7ECE16A}"/>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9B3E0588-ED36-4A8D-8C96-A7A41D2D0B49}"/>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E78E3FCD-44B8-479F-984E-2C79C21EA8EF}"/>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903BA2EE-CBA2-4A69-8B0C-80E72F10BB0D}"/>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DDBE33DF-356D-488D-B29C-C38850101DB4}"/>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50E7178D-3BB2-448A-8EFE-79D625C1C3EA}"/>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3379EF56-23A0-473C-8E1D-67E193275E3E}"/>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FF6F4A4F-A29F-4FF9-9248-7A226EBFAFE2}"/>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2A4E67A9-411C-4866-B976-5E7775EE6CFE}"/>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0503FDB1-CB1E-460D-85B3-776ACA99EA0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B9F9C5C5-2F3D-42D5-8CA8-85D8AAF29C3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1525002295"/>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5DCFA06-FA56-44FF-BAB0-810A89463A2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5CAEA0ED-618A-4B1B-A23E-74760A92CD5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87BC8CBD-57BA-4E73-8E05-90D043FAEECA}"/>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1B748B25-AE31-4573-AD7F-02C0E4F6FE08}"/>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3AE7E17A-2E3D-4161-933B-0110D4B3E041}"/>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304A6125-0E61-4E4B-AFDC-AB58FBC9C9C0}"/>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22597464-55F4-44AF-B5FE-CAA389842AF3}"/>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E18774E5-2A17-4096-A174-8593B1675421}"/>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F96F7A1C-F7DF-4D50-857B-9700A2620548}"/>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41F7F2A9-30D2-4A1B-B4C3-4311F38F9E5B}"/>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2176D20C-8020-4D54-8552-5925E5DABD1E}"/>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5826B4E5-089F-4413-A69B-92A57488427E}"/>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BA44712B-0A85-4858-A4C5-1532C58D36A8}"/>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3FA35CE4-306B-4B2A-B596-20C388FC0F75}"/>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7CEB6FDC-E213-4A3A-9FAC-A866A6113153}"/>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8CD7C99E-B27A-4110-8410-F8DA8949F651}"/>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C8D92B3-DA43-43E4-8DEB-F1BDB3CC4B7C}"/>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F7769829-BEFF-450C-951A-DB00027F00F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0309864F-78DB-4677-81F4-7A18B740BD6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2135885218"/>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77D9A5-5AC0-4591-B097-F95F672D5B7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D3F3622A-8833-4738-8FD9-92210E8B533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1D786BB4-A59E-4040-B1D0-CC061F4CF2AB}"/>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7DEA869F-C953-46A7-93F9-73696241CCC7}"/>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E56330D6-1C79-44FC-B895-66BAB07A696F}"/>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B4A2388F-F5C0-488D-9C2F-EEEA8542CA3F}"/>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BBE2A915-5C0D-4BE4-B5C5-28941A9C1628}"/>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68844592-1FAC-4753-85FA-9BD05A955604}"/>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63FEF003-060B-49A7-BDE3-535EB0404669}"/>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2064066-7BCC-4B5D-882A-007165F0B894}"/>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EEFCC030-6F9E-43FC-A80A-0AE3F15A8C6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59D3D8F6-DAF0-4047-9AA5-D1350DD215B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1468799203"/>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D7A9385-71B9-4D94-ACD4-23AB964338A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9D599946-D5F0-4DF3-8711-9B71D1EE52C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E8889151-D4A9-4E2C-90F3-0499940FA082}"/>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4520308-01F2-4064-87BB-040BD5F65AA2}"/>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84EF6D81-DC71-4122-AABA-F20545030C5F}"/>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2D4BC2EC-9471-4438-A29B-6BEFC4A3A6A0}"/>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2BD7F2B7-D121-4C52-AFEE-ABCD12A22079}"/>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6BCAC44D-8EEB-4D14-A83C-168E5EF06520}"/>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1BE52503-5ED5-44DA-8693-5F9D6DA8240C}"/>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B10B7C18-B642-452B-A28C-ACE448EB20CE}"/>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80A864E0-48BA-4F8F-A7AD-7F81A2460947}"/>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C07DE6B9-D410-44F6-A940-FB85F36700A2}"/>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C5511658-31EC-4076-ACAB-203C968713C9}"/>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1E7C6451-1954-4290-92FC-E4E10A9C53B1}"/>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92116D84-E3F2-4715-B5A2-C52A3DD33E0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B24C23D0-988D-4ABA-923D-4853F0B1A35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1418652663"/>
      </p:ext>
    </p:extLst>
  </p:cSld>
</p:sld>
</file>

<file path=ppt/slides/slide1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5B89BF-8AAA-44E3-AC1A-A1D47BC8F015}"/>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82872FD9-881D-4199-BFA2-7BB5555DD43E}"/>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FE311AD7-AF7E-4F26-9271-C775052A42D5}"/>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33B5466C-EF30-4B52-8809-62652579900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B0F020AE-44DF-47E3-89E9-E8CBF4F2DA6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1446072489"/>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88BC09-4B78-4895-9A41-CD1D590A6DF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CE43B51F-2DAD-42A6-86FF-D2ED879A9C6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38A3A863-D071-4D1A-AEAF-FB9972522DE9}"/>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7151E18A-22A0-4F86-B86E-1C8C70257659}"/>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d04b8555e3e4ce5"/>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B429C2D-E146-440A-AD09-352ECDE96D75}"/>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f04a994f5c142a0"/>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06AFA6C-55BC-4C64-A8EE-B3F57503E317}"/>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818E2853-239C-4B6B-82A8-A8B333DE74F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DAEA512F-8889-4126-A1A3-1139BDB2117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1697994446"/>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C2D7C9B-EEE0-4CDB-AB57-CF2B1496B6B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7042826E-501B-488A-8FF2-D5EC091375C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318A767F-134E-412D-843B-08DE6E6CA6BC}"/>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2B026DF9-6735-431A-9403-F005447F1546}"/>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8CB48879-3796-4809-820E-F426BCF77A52}"/>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3CC8016A-314D-4FF2-A95A-576695AEE782}"/>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4AEB7266-0E84-4DF5-8CC2-78C776B1B7E2}"/>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F53EC72-D435-46E0-9FFE-A7159455997F}"/>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F3A75024-CE48-42F8-B7B8-1AF638C94DDB}"/>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CE9A3CC2-A971-4287-8B26-6D81DA5C2372}"/>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F98301DB-A896-44FE-B38D-1BB5830348D0}"/>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7E7376B3-85B4-4D0D-9E66-154B0F6BAD79}"/>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39A2E934-2859-46FA-A1BF-EDB8E1CAA6DF}"/>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1936DB-67CC-4E3B-962B-33590F6FEA55}"/>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2E0CACAB-3978-4A0D-9EFB-F201FF4A8935}"/>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BD7DE26-BA08-47FA-B752-A3A8059CB305}"/>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9EA62240-39D6-4F1B-A1D4-353308579B7B}"/>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DCEDE8F1-A4A2-4581-AD6C-E37BA707DB9D}"/>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FCE5CB72-93AD-4730-921B-A231B6E95778}"/>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A4D36FF-EB8A-4161-9DD8-F1F3567B1460}"/>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7D800E3C-DC54-45BD-9739-3BC50F5A255A}"/>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BB21394A-B819-44A3-8831-6DF99E61757C}"/>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96FF6E19-BF28-4E2E-987E-387286205410}"/>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7AE58B24-9971-486C-8CA1-9A7998409307}"/>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94BA812C-3F67-4BAD-B3BB-4F6C3A5D2CA7}"/>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1C6E49E-8B3F-412E-9BFC-6556DC48AACA}"/>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1B29D393-BA6B-4FA4-9832-206BC116C8CD}"/>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E5C05DF0-1842-4432-A379-DB1A7044128F}"/>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2E121497-E846-42BB-BAB2-D450622E6930}"/>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09E98E19-7154-4D13-9296-EA76380F9FF5}"/>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9089E360-40E8-4696-97AB-E9922CCB167C}"/>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9820138-C0EC-4411-B5BF-5A0CD0DACA50}"/>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E95FE5E6-0211-41CF-88FC-CFA291E69BA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FF0C705C-D407-499B-938C-7A0A0843656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474096734"/>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E4A3604-E129-4806-83AD-3B96949AC3B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8A371EA8-DD1D-426A-A236-F6D2AA73900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D3DFAF2A-DC7D-4211-8218-AE0AB23490C9}"/>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B22701EA-1150-4BFC-94C0-E25F8AC9E577}"/>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866E995C-4BD7-4EB8-8CE9-54B27747DDCA}"/>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50FCF185-282C-4919-9B06-0780B6745024}"/>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8BDD496D-FA2D-4B61-8061-2202FA6AF248}"/>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73DA960-6931-4B10-9A60-A13166FB9B61}"/>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4A9E0CCE-B211-4984-A47C-2EE3B8582970}"/>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18376D9A-0FB2-4D68-94CC-F08D1941D1F0}"/>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B3E7881F-CE34-43CE-86F0-CE9DFF17CD70}"/>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C3AB8460-92C9-4396-9BEA-2D354A373A9F}"/>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05BF417B-08E1-4313-A7D2-7A550AC4097B}"/>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37A2D06-37F1-4693-B367-ED2FD5D926AB}"/>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89813CFF-BA05-40D0-A9F4-FF090194B787}"/>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D9B5B290-C2BD-4B39-87AE-BC81B959D02C}"/>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F4D3F218-2E5B-4A9F-B966-36C017C169AE}"/>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0562B144-39BF-4F45-BF6B-2C55389F2B17}"/>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17B7D8EE-CE30-4F74-AB60-BA401FB646A9}"/>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E1B7DD0-B340-499D-93DC-103EE5BED6D5}"/>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4F44DA3C-1A49-4753-847F-DAD78AA16D32}"/>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45882178-6AAC-463E-9AB5-2DFBAB3AAC07}"/>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9F9BC1CE-8490-40F7-A382-AC2644CEC508}"/>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1748B230-1E1A-42AE-9B7A-01B8FED5CC89}"/>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8456F017-B2DE-4F9A-A5F6-FF5F991961B4}"/>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8C92267-687D-4A8B-8245-07853EDB13B9}"/>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6F9CCF45-862C-41CF-AA17-8344A5A29F1D}"/>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A55B1761-890C-4AC6-8F0A-DC975C3A4A84}"/>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67F2F518-BDCF-4622-B36F-0A546845B7C9}"/>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C66F8F61-82BF-4FA8-AF68-55066103B44B}"/>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A79B4747-887E-4384-9F90-D46C051927C4}"/>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35F909-44FC-41B6-8E94-B1AAE5983D9A}"/>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877AB696-060A-474C-B00A-D734AF50293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6EF3163B-DFCF-4F33-8D88-B0DB53CF61E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1658119641"/>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146D911-55E6-46B2-8A52-6286E1D81D1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4F103C77-B1A1-41DE-A2E4-779C026B06C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832BCAB7-0899-48B2-B90B-1F92462D1680}"/>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1F1FC6D7-98EE-4C81-8983-9F555016D2AB}"/>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191D0B28-6A7C-49BB-BECB-737712E91FC9}"/>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90A9CF90-C3F1-4AD1-A17B-C71AFFEDC2E7}"/>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D8CFF7DB-2205-4930-A674-E3D5C0AA7554}"/>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8CA9A7C1-BD07-4F84-998F-064B18797D63}"/>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E1D3A347-B681-4D99-8129-022C63025EC0}"/>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00B2421-B54A-416F-B5B5-E4D4C01075F7}"/>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0CF86993-66C1-47EC-97F0-E29BB41F9065}"/>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2788FC52-BC1E-45FD-A60E-38D838AD90A5}"/>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EA90AC8B-C47A-4440-8363-B038ABE46350}"/>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794476C4-AB42-4B75-9951-4ECAD3542905}"/>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6053DF25-4248-43A2-9699-5DCE3B31F911}"/>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6C0AD50C-8D13-4492-9ED2-A76A03828EA2}"/>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54E25897-F74A-4734-8828-3FE0F4BF12BC}"/>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C0947EB9-9851-4971-BC19-FB355903B150}"/>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81406F6B-9083-4F2E-B546-E26C7C161C4C}"/>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8265E918-916C-40C3-A005-375A6FC63893}"/>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6DE288A3-D22D-45C6-9903-1A354CB76DC3}"/>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791FFB75-FCC7-4370-A087-617DF057E951}"/>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548B4FE0-B37A-4C00-9093-BC83402C4FB2}"/>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E6896F6C-41A7-4B88-9B0A-0F5664E58CC5}"/>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A784A974-DFB4-4776-AAE8-0CAA4399063D}"/>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56607E8D-AACB-4069-9668-CB1B4F3C9D54}"/>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E536831F-6BBC-458D-B790-379BACBFEA74}"/>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F1EAC3B4-E612-4A61-893A-E77E6DD878B4}"/>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80289EBE-5621-4B30-8840-764662D8712E}"/>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71E2334E-3E31-4E23-80C7-4D685A034776}"/>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AA66C2CF-3A6D-409F-A803-94EEB1072386}"/>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70A668C5-D3F0-43E3-9DC3-774EA6D55481}"/>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4357C008-77BE-4C48-BF2F-A1B62058322D}"/>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B1A732FE-485B-413F-86BE-7D6EEE5D033C}"/>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000F91C4-31A7-4223-9A9C-2D9B4F493E0D}"/>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373EA08C-D917-4EA8-8C56-25C7E0832679}"/>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2E292ADC-F905-4DC0-A7F6-D0FE9BBFC07F}"/>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0E479060-20E5-4C2B-8A50-A65AEC62F8E2}"/>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D6048F03-D2A6-4B6B-BD0D-A4D1D55D8826}"/>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40B5E440-BA13-48EA-8DA4-6EFA8C34EDB1}"/>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DDD2A100-F12F-4531-AD12-9C44EBA2A984}"/>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15BD25F8-3E70-475A-BFA6-9C4EBAD6C64D}"/>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38644D6C-5E71-4428-B7FA-89E19E545E6F}"/>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F41C3FA6-8064-42CF-B5A8-1724BBF112D9}"/>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39E81388-F6D4-456B-A92F-EECFC88F21CD}"/>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F5174F6F-9FD5-4990-9AAE-AB55C7C12954}"/>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E73C608C-0029-4085-A7BB-AB1912C7D952}"/>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338C3D86-EA09-4DB0-8A26-FCEA8E949577}"/>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85316690-AC80-46E5-835F-E56DD87938F2}"/>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723C351D-9586-4348-9FC8-CA874D6811A8}"/>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08C27CD9-33EF-46D0-9610-AFA0A6C2DA9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E29435CB-C7D9-49D4-AC6E-4B3664662AC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679942289"/>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8B701DA-72F9-401F-8CD5-C4DB3408522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72B55B4C-D18F-4EBF-89E5-333818A742A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0E5836A0-8A55-4F7C-B461-7E90DF0B9639}"/>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825FD12B-E22F-4904-A269-A2BEAE6600F5}"/>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798391E8-7154-41DC-99D4-E3F14E2A2607}"/>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15DE5040-7CD9-42BC-B6C0-7E46A603ECC0}"/>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CC4A82C3-4240-4496-915E-DAB4E9779AF0}"/>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CCA464E3-463B-455E-8E98-E84F490B1134}"/>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4ED2D56B-C906-4030-9357-879F515F70FB}"/>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8424F231-0E37-4881-873B-0E65544CCA85}"/>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73FCDB28-0A51-461E-9873-CBF3A0A19E75}"/>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129905E5-F041-4B13-AB85-F4C92F2CD220}"/>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98545DC4-1389-474D-8ED8-6C8909D70403}"/>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97FAB981-5A7F-4508-A528-1892ABCF8E38}"/>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62E28E41-FBE1-49A8-9149-1F7502762BCB}"/>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1ECB177C-593D-47B9-83A8-F1BD4A17D288}"/>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9CBA7F8F-A8A0-4997-B926-1B61E1B797D1}"/>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6F3D07F1-7366-4635-AA22-E5CA88115B6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3BACE8D4-E72B-4DA8-8275-0C5D22F83C8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686553947"/>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42112AA2-5083-4307-B914-5A125A6F1BC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7AD5C2B9-7D31-437B-8F57-5652AEAC5E8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3EB5A144-E144-422E-9D95-D18494F6009E}"/>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F0871AEF-884C-4DDD-B7BB-155735251FEF}"/>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F1BCC2DE-AF9E-4CB4-A7FE-C04BF19145F7}"/>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4A8D4A68-AEEE-4F34-8C1B-F3DEFDF10BF9}"/>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20F064C4-7EE1-4248-9468-E0E22454B7F7}"/>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B2E84B94-F26B-4CDC-B21A-F9E077DA0ADA}"/>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197E3E7F-1CDF-42D7-A01A-E096EA09979B}"/>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F51EFD17-8D54-4F0C-9B53-FB5363AA0014}"/>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C3187D65-EB0C-4C6F-AE5F-AC0B48AAF27F}"/>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D5ECDA59-40DC-44FF-B797-7AC134212184}"/>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9816434C-7897-4B77-95D4-FE2944FEE9E8}"/>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EA2F9813-9F17-433B-919F-18C908C1C0CF}"/>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4F9350E3-ED72-4AB9-89D7-EB3DEA330180}"/>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D9FF73E-7389-46FD-9971-ADAF28A2F83D}"/>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BBE477F0-BC33-4839-9968-A0D61F1C3885}"/>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703C8E9A-A3AA-4599-8951-97D76D97FE7A}"/>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9DB37E6D-E177-4B7F-AC1B-8663E5F4D04E}"/>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488D81C4-A559-4738-8463-A1997E91200D}"/>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C17F9022-CE2D-41B0-A3D8-F26C8AEA90C9}"/>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BB56890C-7EF9-4B20-B7C7-EE94A7F461D7}"/>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EC93FF95-C9A6-4DA5-AAF0-55ADCC42B20D}"/>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8B76E811-372C-41E8-AB78-416D25E4D783}"/>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412825B6-0373-45B5-9F33-E79650F58826}"/>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095A957C-539F-4477-9CC3-D6BEF19514D5}"/>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ED51136F-9623-4357-9C86-F244BFC50105}"/>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BF3D811B-506C-47F4-B207-C3AF0D544420}"/>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0B5E0A02-CFBF-4987-9764-C2223ABBA6EB}"/>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B83A7845-BBA0-4260-A94C-367BD5D5574C}"/>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2DEBC12F-715E-424E-BE7D-1D4D514C9F5E}"/>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588860BE-DEDD-47E9-B214-1ED55FCFACC6}"/>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C6BB5BDB-09EF-41B7-AC87-E51A29B7730F}"/>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F05CCBB5-3D00-49EE-AB3B-5CF3CDFCEF36}"/>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BCE1ABC3-9FD7-44EC-B7B6-772674641508}"/>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19EA7DDB-33A1-4DE7-83FC-2E3619FA3C0B}"/>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D5382968-E6BB-4D96-B09C-54FF32E46746}"/>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A141038C-7644-41D0-9795-6E979CD81DD5}"/>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2CEAA687-402E-447E-8782-3CCCB6C2531B}"/>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6DA54F96-9977-4DC3-BB6B-BBBC01A864C9}"/>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78642708-B0F2-47C7-B288-ECD16B4A4355}"/>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66DBB269-B745-4791-B0EA-9F99913CDA0D}"/>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419F2DE6-38CD-4B97-BC2E-32157F28901E}"/>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478484E-87D8-437E-8BAA-1ECF427710E1}"/>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6E488CF7-2500-44C0-9E1B-EFF7BC89294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A0E4F951-70E2-4AF5-85E5-6A27B64B195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670916566"/>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503FDB-F559-480B-B54B-AE54FE9C785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A2D902B0-5C84-4310-A237-5CA18E82D676}"/>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8F17512B-E623-43EB-AA68-D5584EE3E007}"/>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CBC4700E-50C2-4F11-89CC-4D3016C7F35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DEF56841-4E8B-4C17-BDB6-5689E690E03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1774540236"/>
      </p:ext>
    </p:extLst>
  </p:cSld>
</p:sld>
</file>

<file path=ppt/slides/slide2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A4D92E1-5597-4A2B-B725-14470125DC50}"/>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6EB863CB-59A7-4F36-A545-D3DA500F677D}"/>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4EF14F3B-06EB-4A02-BB55-CEC738F38EB1}"/>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9F9B5846-FD24-4F3F-83ED-D74C43632CA8}"/>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E76EBC42-BD72-4D3C-9520-7C98D05D5A39}"/>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E8313756-D3E1-4446-A429-33C47838266F}"/>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DB9F1969-93DE-4E36-9C3F-2BC7ACACE060}"/>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9706B3E9-0D5C-4879-8CBA-28D40A60B2F8}"/>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91FA43ED-FD55-4915-A7E2-FAA75FE6BFD2}"/>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CA7BB087-4914-400E-A19B-429DD8B1DAB1}"/>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C32E2FDF-41DB-4683-A6FA-0125A16F4EB6}"/>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4FE1ECFD-6D89-4F11-AAA0-FCDF4AAEBBAF}"/>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9837E77F-8AD2-43A2-A3E0-0914801AFA01}"/>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D592249F-A680-4F2F-9374-F53EB1169D1D}"/>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D7719B40-4052-4EF0-85F8-AD7620D4AA72}"/>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3893E024-01F5-4978-BD8F-5CFE4CE23BF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02343D01-3422-4889-BE6A-A6410419AD5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18936357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2026-09-19T06:06:22.2260000Z</dcterms:created>
  <dcterms:modified xsi:type="dcterms:W3CDTF">2026-09-19T06:06:22.2260000Z</dcterms:modified>
</coreProperties>
</file>