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a915fce7f64796" /><Relationship Type="http://schemas.openxmlformats.org/officeDocument/2006/relationships/extended-properties" Target="/docProps/app.xml" Id="R48f0621c11c4453c" /><Relationship Type="http://schemas.openxmlformats.org/officeDocument/2006/relationships/officeDocument" Target="/ppt/presentation.xml" Id="Rb344f17822104556" /></Relationships>
</file>

<file path=ppt/presentation.xml><?xml version="1.0" encoding="utf-8"?>
<p:presentation xmlns:p="http://schemas.openxmlformats.org/presentationml/2006/main">
  <p:sldMasterIdLst>
    <p:sldMasterId xmlns:r="http://schemas.openxmlformats.org/officeDocument/2006/relationships" id="2147483648" r:id="Re3ecf98fbc77414e"/>
  </p:sldMasterIdLst>
  <p:notesMasterIdLst>
    <p:notesMasterId xmlns:r="http://schemas.openxmlformats.org/officeDocument/2006/relationships" r:id="R9392d00f1aed4fbd"/>
  </p:notesMasterIdLst>
  <p:sldIdLst>
    <p:sldId xmlns:r="http://schemas.openxmlformats.org/officeDocument/2006/relationships" id="256" r:id="R4fb9850e330b4c50"/>
    <p:sldId xmlns:r="http://schemas.openxmlformats.org/officeDocument/2006/relationships" id="257" r:id="R1197b9f60e014ae5"/>
    <p:sldId xmlns:r="http://schemas.openxmlformats.org/officeDocument/2006/relationships" id="258" r:id="R6aa083d61de249f4"/>
    <p:sldId xmlns:r="http://schemas.openxmlformats.org/officeDocument/2006/relationships" id="259" r:id="Rf78be59a875e477f"/>
    <p:sldId xmlns:r="http://schemas.openxmlformats.org/officeDocument/2006/relationships" id="260" r:id="R8d137ed737104461"/>
    <p:sldId xmlns:r="http://schemas.openxmlformats.org/officeDocument/2006/relationships" id="261" r:id="R155c62151e034ab1"/>
    <p:sldId xmlns:r="http://schemas.openxmlformats.org/officeDocument/2006/relationships" id="262" r:id="R296421d3c8444eb6"/>
    <p:sldId xmlns:r="http://schemas.openxmlformats.org/officeDocument/2006/relationships" id="263" r:id="Rdae13d3e76f742c0"/>
    <p:sldId xmlns:r="http://schemas.openxmlformats.org/officeDocument/2006/relationships" id="264" r:id="Rd070055a24424002"/>
    <p:sldId xmlns:r="http://schemas.openxmlformats.org/officeDocument/2006/relationships" id="265" r:id="Rd2ff22f7831b446c"/>
    <p:sldId xmlns:r="http://schemas.openxmlformats.org/officeDocument/2006/relationships" id="266" r:id="Rc5dc4fdc2aaa4cff"/>
    <p:sldId xmlns:r="http://schemas.openxmlformats.org/officeDocument/2006/relationships" id="267" r:id="Rd2818216a2344e7f"/>
    <p:sldId xmlns:r="http://schemas.openxmlformats.org/officeDocument/2006/relationships" id="268" r:id="R7ec182b909584222"/>
    <p:sldId xmlns:r="http://schemas.openxmlformats.org/officeDocument/2006/relationships" id="269" r:id="R971d4143a72f45f6"/>
    <p:sldId xmlns:r="http://schemas.openxmlformats.org/officeDocument/2006/relationships" id="270" r:id="Rd13965de05fe491e"/>
    <p:sldId xmlns:r="http://schemas.openxmlformats.org/officeDocument/2006/relationships" id="271" r:id="Ra788a526a0884be7"/>
    <p:sldId xmlns:r="http://schemas.openxmlformats.org/officeDocument/2006/relationships" id="272" r:id="R9512c28da2854f3e"/>
    <p:sldId xmlns:r="http://schemas.openxmlformats.org/officeDocument/2006/relationships" id="273" r:id="R8e13fd627a234a87"/>
    <p:sldId xmlns:r="http://schemas.openxmlformats.org/officeDocument/2006/relationships" id="274" r:id="Rd1e5195946d248f9"/>
    <p:sldId xmlns:r="http://schemas.openxmlformats.org/officeDocument/2006/relationships" id="275" r:id="Rc17370c454914791"/>
    <p:sldId xmlns:r="http://schemas.openxmlformats.org/officeDocument/2006/relationships" id="276" r:id="Re5efebc90f3645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1f0aa50e334f7c" /><Relationship Type="http://schemas.openxmlformats.org/officeDocument/2006/relationships/slideMaster" Target="/ppt/slideMasters/slideMaster1.xml" Id="Re3ecf98fbc77414e" /><Relationship Type="http://schemas.openxmlformats.org/officeDocument/2006/relationships/notesMaster" Target="/ppt/notesMasters/notesMaster1.xml" Id="R9392d00f1aed4fbd" /><Relationship Type="http://schemas.openxmlformats.org/officeDocument/2006/relationships/presProps" Target="/ppt/presProps.xml" Id="R004f1c8a714241f8" /><Relationship Type="http://schemas.openxmlformats.org/officeDocument/2006/relationships/tableStyles" Target="/ppt/tableStyles.xml" Id="Rf0275ace75f445f5" /><Relationship Type="http://schemas.openxmlformats.org/officeDocument/2006/relationships/slide" Target="/ppt/slides/slide1.xml" Id="R4fb9850e330b4c50" /><Relationship Type="http://schemas.openxmlformats.org/officeDocument/2006/relationships/slide" Target="/ppt/slides/slide2.xml" Id="R1197b9f60e014ae5" /><Relationship Type="http://schemas.openxmlformats.org/officeDocument/2006/relationships/slide" Target="/ppt/slides/slide3.xml" Id="R6aa083d61de249f4" /><Relationship Type="http://schemas.openxmlformats.org/officeDocument/2006/relationships/slide" Target="/ppt/slides/slide4.xml" Id="Rf78be59a875e477f" /><Relationship Type="http://schemas.openxmlformats.org/officeDocument/2006/relationships/slide" Target="/ppt/slides/slide5.xml" Id="R8d137ed737104461" /><Relationship Type="http://schemas.openxmlformats.org/officeDocument/2006/relationships/slide" Target="/ppt/slides/slide6.xml" Id="R155c62151e034ab1" /><Relationship Type="http://schemas.openxmlformats.org/officeDocument/2006/relationships/slide" Target="/ppt/slides/slide7.xml" Id="R296421d3c8444eb6" /><Relationship Type="http://schemas.openxmlformats.org/officeDocument/2006/relationships/slide" Target="/ppt/slides/slide8.xml" Id="Rdae13d3e76f742c0" /><Relationship Type="http://schemas.openxmlformats.org/officeDocument/2006/relationships/slide" Target="/ppt/slides/slide9.xml" Id="Rd070055a24424002" /><Relationship Type="http://schemas.openxmlformats.org/officeDocument/2006/relationships/slide" Target="/ppt/slides/slide10.xml" Id="Rd2ff22f7831b446c" /><Relationship Type="http://schemas.openxmlformats.org/officeDocument/2006/relationships/slide" Target="/ppt/slides/slide11.xml" Id="Rc5dc4fdc2aaa4cff" /><Relationship Type="http://schemas.openxmlformats.org/officeDocument/2006/relationships/slide" Target="/ppt/slides/slide12.xml" Id="Rd2818216a2344e7f" /><Relationship Type="http://schemas.openxmlformats.org/officeDocument/2006/relationships/slide" Target="/ppt/slides/slide13.xml" Id="R7ec182b909584222" /><Relationship Type="http://schemas.openxmlformats.org/officeDocument/2006/relationships/slide" Target="/ppt/slides/slide14.xml" Id="R971d4143a72f45f6" /><Relationship Type="http://schemas.openxmlformats.org/officeDocument/2006/relationships/slide" Target="/ppt/slides/slide15.xml" Id="Rd13965de05fe491e" /><Relationship Type="http://schemas.openxmlformats.org/officeDocument/2006/relationships/slide" Target="/ppt/slides/slide16.xml" Id="Ra788a526a0884be7" /><Relationship Type="http://schemas.openxmlformats.org/officeDocument/2006/relationships/slide" Target="/ppt/slides/slide17.xml" Id="R9512c28da2854f3e" /><Relationship Type="http://schemas.openxmlformats.org/officeDocument/2006/relationships/slide" Target="/ppt/slides/slide18.xml" Id="R8e13fd627a234a87" /><Relationship Type="http://schemas.openxmlformats.org/officeDocument/2006/relationships/slide" Target="/ppt/slides/slide19.xml" Id="Rd1e5195946d248f9" /><Relationship Type="http://schemas.openxmlformats.org/officeDocument/2006/relationships/slide" Target="/ppt/slides/slide20.xml" Id="Rc17370c454914791" /><Relationship Type="http://schemas.openxmlformats.org/officeDocument/2006/relationships/slide" Target="/ppt/slides/slide21.xml" Id="Re5efebc90f3645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6bf27d52cc4e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35ce7ad38e43b7" /><Relationship Type="http://schemas.openxmlformats.org/officeDocument/2006/relationships/notesMaster" Target="/ppt/notesMasters/notesMaster1.xml" Id="Rc7274a0257054f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09237f13e645db" /><Relationship Type="http://schemas.openxmlformats.org/officeDocument/2006/relationships/notesMaster" Target="/ppt/notesMasters/notesMaster1.xml" Id="Rc47bc00f87244b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4aa2c0d29542b0" /><Relationship Type="http://schemas.openxmlformats.org/officeDocument/2006/relationships/notesMaster" Target="/ppt/notesMasters/notesMaster1.xml" Id="R6333a18bdee946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ffec759a404a89" /><Relationship Type="http://schemas.openxmlformats.org/officeDocument/2006/relationships/notesMaster" Target="/ppt/notesMasters/notesMaster1.xml" Id="R7689f15429104e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929ab45ba94b63" /><Relationship Type="http://schemas.openxmlformats.org/officeDocument/2006/relationships/notesMaster" Target="/ppt/notesMasters/notesMaster1.xml" Id="R7164417e0dbc44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d44f4f9c494aae" /><Relationship Type="http://schemas.openxmlformats.org/officeDocument/2006/relationships/notesMaster" Target="/ppt/notesMasters/notesMaster1.xml" Id="Re3db8950329a48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20d4ca4ce84161" /><Relationship Type="http://schemas.openxmlformats.org/officeDocument/2006/relationships/notesMaster" Target="/ppt/notesMasters/notesMaster1.xml" Id="R5f62ed38c7c043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3c4da25d5b4632" /><Relationship Type="http://schemas.openxmlformats.org/officeDocument/2006/relationships/notesMaster" Target="/ppt/notesMasters/notesMaster1.xml" Id="Rd926fd38a16a40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4f7d9bd1e04350" /><Relationship Type="http://schemas.openxmlformats.org/officeDocument/2006/relationships/notesMaster" Target="/ppt/notesMasters/notesMaster1.xml" Id="Rc679c8dab9434c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5b785321e5466f" /><Relationship Type="http://schemas.openxmlformats.org/officeDocument/2006/relationships/notesMaster" Target="/ppt/notesMasters/notesMaster1.xml" Id="Rc516632dc30d40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539daf99c64da4" /><Relationship Type="http://schemas.openxmlformats.org/officeDocument/2006/relationships/notesMaster" Target="/ppt/notesMasters/notesMaster1.xml" Id="R7dd800633dad4c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328ad248b94a18" /><Relationship Type="http://schemas.openxmlformats.org/officeDocument/2006/relationships/notesMaster" Target="/ppt/notesMasters/notesMaster1.xml" Id="R9e8375b7dbc143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c6ede7ecbe4dd2" /><Relationship Type="http://schemas.openxmlformats.org/officeDocument/2006/relationships/notesMaster" Target="/ppt/notesMasters/notesMaster1.xml" Id="R5ef33e0d79694f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22062ee10a448c" /><Relationship Type="http://schemas.openxmlformats.org/officeDocument/2006/relationships/notesMaster" Target="/ppt/notesMasters/notesMaster1.xml" Id="R13282dfa565b42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d950deb18b4b4e" /><Relationship Type="http://schemas.openxmlformats.org/officeDocument/2006/relationships/notesMaster" Target="/ppt/notesMasters/notesMaster1.xml" Id="R5f4c7ba289fc45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ec40a4c0f5d4eb7" /><Relationship Type="http://schemas.openxmlformats.org/officeDocument/2006/relationships/notesMaster" Target="/ppt/notesMasters/notesMaster1.xml" Id="Raf814e6fa41b40b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04340873f54b16" /><Relationship Type="http://schemas.openxmlformats.org/officeDocument/2006/relationships/notesMaster" Target="/ppt/notesMasters/notesMaster1.xml" Id="Rc6d8e414ad2249d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f5594aa8d642d8" /><Relationship Type="http://schemas.openxmlformats.org/officeDocument/2006/relationships/notesMaster" Target="/ppt/notesMasters/notesMaster1.xml" Id="Rf6977ebcec4e43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ad064dc48734b9f" /><Relationship Type="http://schemas.openxmlformats.org/officeDocument/2006/relationships/notesMaster" Target="/ppt/notesMasters/notesMaster1.xml" Id="Rccc6eedb49d44ad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7df1e7273b84ba6" /><Relationship Type="http://schemas.openxmlformats.org/officeDocument/2006/relationships/notesMaster" Target="/ppt/notesMasters/notesMaster1.xml" Id="Re72a867fbeb6491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76b8cf654454ca7" /><Relationship Type="http://schemas.openxmlformats.org/officeDocument/2006/relationships/notesMaster" Target="/ppt/notesMasters/notesMaster1.xml" Id="R2abea6c15c9c41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Hello. This project is called Find My Ride. It studies a stressful moment after booking. The driver is nearby, but the rider and driver still cannot find each other. I wanted to understand why pickup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could not complete ten live interviews. Instead, I built an online survey app in three languages, with separate questions for riders and drivers.</a:t>
            </a:r>
          </a:p>
          <a:p xmlns:a="http://schemas.openxmlformats.org/drawingml/2006/main">
            <a:r>
              <a:t/>
            </a:r>
          </a:p>
          <a:p xmlns:a="http://schemas.openxmlformats.org/drawingml/2006/main">
            <a:r>
              <a:t>After removing one duplicate, I had sixty-two responses. Fifty-eight were riders and four were drivers. Thirty people wrote answers, and eleven shared detailed experiences. The survey gave useful signals, but no live follow-up. So, it does not replace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I also reviewed how other services handle pickups. Uber already guides Hyderabad airport riders to the D1 pickup zone. Other services use meeting points, pickup notes, venue pictures, and access information.</a:t>
            </a:r>
          </a:p>
          <a:p xmlns:a="http://schemas.openxmlformats.org/drawingml/2006/main">
            <a:r>
              <a:t/>
            </a:r>
          </a:p>
          <a:p xmlns:a="http://schemas.openxmlformats.org/drawingml/2006/main">
            <a:r>
              <a:t>These examples show possible approaches, but they do not prove local demand. The opportunity is to improve guidance when the pickup pin is not enough.</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Reliable public data was not available for an exact market size. We would need Hyderabad pickup volume, the share from complex places, and the share facing difficulty. So, I show the sizing method instead of making up a number.</a:t>
            </a:r>
          </a:p>
          <a:p xmlns:a="http://schemas.openxmlformats.org/drawingml/2006/main">
            <a:r>
              <a:t/>
            </a:r>
          </a:p>
          <a:p xmlns:a="http://schemas.openxmlformats.org/drawingml/2006/main">
            <a:r>
              <a:t>The survey points to airports, gated communities, malls, offices, and stations. Here, location type matters more than age or income.</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goal was to understand what goes wrong during a difficult pickup and how people solve it today.</a:t>
            </a:r>
          </a:p>
          <a:p xmlns:a="http://schemas.openxmlformats.org/drawingml/2006/main">
            <a:r>
              <a:t/>
            </a:r>
          </a:p>
          <a:p xmlns:a="http://schemas.openxmlformats.org/drawingml/2006/main">
            <a:r>
              <a:t>The problem statement is simple. At complex locations, the map pin may show the right area, but the rider and driver still lack one clear meeting place. This causes calls, waiting, movement, and delay.</a:t>
            </a:r>
          </a:p>
          <a:p xmlns:a="http://schemas.openxmlformats.org/drawingml/2006/main">
            <a:r>
              <a:t/>
            </a:r>
          </a:p>
          <a:p xmlns:a="http://schemas.openxmlformats.org/drawingml/2006/main">
            <a:r>
              <a:t>The rider is the main user, and the driver is also affected. Success means fewer calls and a faster trip start after the driver arrives.</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These are the main survey questions. People described their latest difficult pickup, where it happened, what the app showed, when confusion started, what they did next, and what helped.</a:t>
            </a:r>
          </a:p>
          <a:p xmlns:a="http://schemas.openxmlformats.org/drawingml/2006/main">
            <a:r>
              <a:t/>
            </a:r>
          </a:p>
          <a:p xmlns:a="http://schemas.openxmlformats.org/drawingml/2006/main">
            <a:r>
              <a:t>Drivers were also asked what stopped them from reaching the rider. All answers were online, without live follow-up.</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problem affected many people in the sample, but not everyone. Twenty-four out of fifty-one recent Uber car users reported difficulty or uncertainty.</a:t>
            </a:r>
          </a:p>
          <a:p xmlns:a="http://schemas.openxmlformats.org/drawingml/2006/main">
            <a:r>
              <a:t/>
            </a:r>
          </a:p>
          <a:p xmlns:a="http://schemas.openxmlformats.org/drawingml/2006/main">
            <a:r>
              <a:t>Among twenty-eight problem cases, twenty-three had faced the problem before. Twenty said calling or messaging helped, while six said nothing helped. These numbers describe this sample only. They do not represent all Hyderabad users.</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Most difficult pickups happened at airports, gated communities, malls, offices, and stations. Calling was the most common solution. People also waited or moved.</a:t>
            </a:r>
          </a:p>
          <a:p xmlns:a="http://schemas.openxmlformats.org/drawingml/2006/main">
            <a:r>
              <a:t/>
            </a:r>
          </a:p>
          <a:p xmlns:a="http://schemas.openxmlformats.org/drawingml/2006/main">
            <a:r>
              <a:t>This shows that riders and drivers often solve the final pickup step themselves. The appendix contains all ten insights and the evidence behind each one.</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direction is simple. Help the rider and driver agree on a clear meeting place when pickup becomes difficult.</a:t>
            </a:r>
          </a:p>
          <a:p xmlns:a="http://schemas.openxmlformats.org/drawingml/2006/main">
            <a:r>
              <a:t/>
            </a:r>
          </a:p>
          <a:p xmlns:a="http://schemas.openxmlformats.org/drawingml/2006/main">
            <a:r>
              <a:t>First, test a structured meeting note. Next, test help for a stuck pickup. Finally, test guidance for selected venues. This is a test order, not a final roadmap.</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first test is a short note before the driver arrives. At a complex location, the rider can share the gate, landmark, road side, or waiting spot.</a:t>
            </a:r>
          </a:p>
          <a:p xmlns:a="http://schemas.openxmlformats.org/drawingml/2006/main">
            <a:r>
              <a:t/>
            </a:r>
          </a:p>
          <a:p xmlns:a="http://schemas.openxmlformats.org/drawingml/2006/main">
            <a:r>
              <a:t>We should test whether this reduces calls, waiting, pickup-point changes, and cancellations. It should appear only where useful, so normal pickups stay quick.</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second idea is guided recovery. If the rider and driver cannot connect, the app can suggest the next step, such as confirming the meeting point or calling.</a:t>
            </a:r>
          </a:p>
          <a:p xmlns:a="http://schemas.openxmlformats.org/drawingml/2006/main">
            <a:r>
              <a:t/>
            </a:r>
          </a:p>
          <a:p xmlns:a="http://schemas.openxmlformats.org/drawingml/2006/main">
            <a:r>
              <a:t>The third idea is verified pickup guidance for a few complex venues. Uber would need regular updates, because old venue information could create more confusion.</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structured meeting note first. It is the smallest idea that directly addresses the problem we observed.</a:t>
            </a:r>
          </a:p>
          <a:p xmlns:a="http://schemas.openxmlformats.org/drawingml/2006/main">
            <a:r>
              <a:t/>
            </a:r>
          </a:p>
          <a:p xmlns:a="http://schemas.openxmlformats.org/drawingml/2006/main">
            <a:r>
              <a:t>The research has gaps. I did not complete live interviews, only four drivers responded, and the sample does not represent Hyderabad. Next, we should interview riders and drivers, then test at a few complex locations using actual pickup-delay data.</a:t>
            </a:r>
          </a:p>
          <a:p xmlns:a="http://schemas.openxmlformats.org/drawingml/2006/main">
            <a:r>
              <a:t/>
            </a:r>
          </a:p>
          <a:p xmlns:a="http://schemas.openxmlformats.org/drawingml/2006/main">
            <a:r>
              <a:t>The appendix and evidence ZIP contain the supporting material. Thank you.</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593e0c004443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c287c55c9746da" /><Relationship Type="http://schemas.openxmlformats.org/officeDocument/2006/relationships/slideLayout" Target="/ppt/slideLayouts/slideLayout1.xml" Id="Rb01a7405453d48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1a7405453d48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24d2360aae41f0" /><Relationship Type="http://schemas.openxmlformats.org/officeDocument/2006/relationships/notesSlide" Target="/ppt/notesSlides/notesSlide1.xml" Id="R009809e801e746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38a4ed5e1c453c" /><Relationship Type="http://schemas.openxmlformats.org/officeDocument/2006/relationships/image" Target="/ppt/media/image.png" Id="Rd7e7bcca1b634b1f" /><Relationship Type="http://schemas.openxmlformats.org/officeDocument/2006/relationships/hyperlink" Target="https://praveenveera.github.io/uber-pickup-survey/" TargetMode="External" Id="Ref83e47c07b8472e" /><Relationship Type="http://schemas.openxmlformats.org/officeDocument/2006/relationships/notesSlide" Target="/ppt/notesSlides/notesSlide2.xml" Id="R897f6ee7634d44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e62d5c53d64a6d" /><Relationship Type="http://schemas.openxmlformats.org/officeDocument/2006/relationships/notesSlide" Target="/ppt/notesSlides/notesSlide3.xml" Id="R5f5c8788e20e46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ca00c2a92b4dd3" /><Relationship Type="http://schemas.openxmlformats.org/officeDocument/2006/relationships/notesSlide" Target="/ppt/notesSlides/notesSlide4.xml" Id="R8f28c38a02bf41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e54328f812488f" /><Relationship Type="http://schemas.openxmlformats.org/officeDocument/2006/relationships/notesSlide" Target="/ppt/notesSlides/notesSlide5.xml" Id="R33b9c271ba8747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59d8910299434a" /><Relationship Type="http://schemas.openxmlformats.org/officeDocument/2006/relationships/notesSlide" Target="/ppt/notesSlides/notesSlide6.xml" Id="Rb1626a2f0e204b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707a884c31465b" /><Relationship Type="http://schemas.openxmlformats.org/officeDocument/2006/relationships/notesSlide" Target="/ppt/notesSlides/notesSlide7.xml" Id="Rd2ec088ba4da40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bc99a73c5c4d24" /><Relationship Type="http://schemas.openxmlformats.org/officeDocument/2006/relationships/notesSlide" Target="/ppt/notesSlides/notesSlide8.xml" Id="R80f429ac58c844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5fe2310db14280" /><Relationship Type="http://schemas.openxmlformats.org/officeDocument/2006/relationships/notesSlide" Target="/ppt/notesSlides/notesSlide9.xml" Id="Rafc11b0f7a3744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40cb8eb55340e9" /><Relationship Type="http://schemas.openxmlformats.org/officeDocument/2006/relationships/notesSlide" Target="/ppt/notesSlides/notesSlide10.xml" Id="R9724790bea3149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52a26cac1604280" /><Relationship Type="http://schemas.openxmlformats.org/officeDocument/2006/relationships/notesSlide" Target="/ppt/notesSlides/notesSlide11.xml" Id="Rdf476c91197c46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7c4d527ab84da3" /><Relationship Type="http://schemas.openxmlformats.org/officeDocument/2006/relationships/notesSlide" Target="/ppt/notesSlides/notesSlide12.xml" Id="R873a97f879924b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00a7abc439481a" /><Relationship Type="http://schemas.openxmlformats.org/officeDocument/2006/relationships/notesSlide" Target="/ppt/notesSlides/notesSlide13.xml" Id="R82ef8ecda46b4f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9bcee922b3c4f83" /><Relationship Type="http://schemas.openxmlformats.org/officeDocument/2006/relationships/image" Target="/ppt/media/image2.png" Id="R8cc258ff7d984afe" /><Relationship Type="http://schemas.openxmlformats.org/officeDocument/2006/relationships/image" Target="/ppt/media/image3.png" Id="R4a576f802c754c23" /><Relationship Type="http://schemas.openxmlformats.org/officeDocument/2006/relationships/notesSlide" Target="/ppt/notesSlides/notesSlide14.xml" Id="R4193ef96808142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d56b314cfd641a6" /><Relationship Type="http://schemas.openxmlformats.org/officeDocument/2006/relationships/notesSlide" Target="/ppt/notesSlides/notesSlide15.xml" Id="R9e998a83dbd44eb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5011fc4c2bc42f6" /><Relationship Type="http://schemas.openxmlformats.org/officeDocument/2006/relationships/notesSlide" Target="/ppt/notesSlides/notesSlide16.xml" Id="R04e782581ebf4d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b423bd643e148a0" /><Relationship Type="http://schemas.openxmlformats.org/officeDocument/2006/relationships/notesSlide" Target="/ppt/notesSlides/notesSlide17.xml" Id="Rd2ccd6fbf9c1430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17b7b7249154d17" /><Relationship Type="http://schemas.openxmlformats.org/officeDocument/2006/relationships/notesSlide" Target="/ppt/notesSlides/notesSlide18.xml" Id="R4ba2d385bb334a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ff30f56a2b04605" /><Relationship Type="http://schemas.openxmlformats.org/officeDocument/2006/relationships/notesSlide" Target="/ppt/notesSlides/notesSlide19.xml" Id="Rc4f7a6ea208a45c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bcbef4e104a4e60" /><Relationship Type="http://schemas.openxmlformats.org/officeDocument/2006/relationships/notesSlide" Target="/ppt/notesSlides/notesSlide20.xml" Id="Rb98a0fbbf58144a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9feb7d3f41c4afb" /><Relationship Type="http://schemas.openxmlformats.org/officeDocument/2006/relationships/notesSlide" Target="/ppt/notesSlides/notesSlide21.xml" Id="Rcedadd5de84d4b59"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3F7DBF2-2903-4219-9D90-27137AB218FB}"/>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F51D7B6A-277A-4E4C-8938-FB18B6B58A3F}"/>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E2A83932-17B1-4870-A018-EEDB1247F39A}"/>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F5AACD76-8A8C-4622-A11B-80625B67A535}"/>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7F2FF9-0A19-459F-8BB3-7BD67551EEEE}"/>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2331352A-4A6A-41B3-A7D7-5779CBAADCEB}"/>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8779E741-A342-4069-B6C0-9CAAB084E993}"/>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0401B4-6A72-4794-B185-BFB08B9A3277}"/>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7FE09637-4E18-41A2-B5E6-FB96C589D632}"/>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D2A1E796-6935-468B-9A8A-779D4C8B91FB}"/>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9E2DA82-D6B5-4E2F-AFBC-2F83CA4295DE}"/>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DE07D4EC-4406-44E7-BB22-30CA7235161B}"/>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094BD278-9A70-40F9-8199-2A083127DBEF}"/>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A6C8411-881A-443C-9E8E-599A38264C53}"/>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A268A0A8-D4EF-42C1-9049-EE81F0636572}"/>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36D7A2C9-A715-4CA1-B9CA-C9AC0B4FE5E8}"/>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500981912"/>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ECCC30F-2FFC-48D3-9B26-ADD743B10B2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9A5D55B4-EF36-408C-8720-3AC2FB70FDB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5BA341E2-EF5B-478D-A140-A30E948AB43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747EC5FE-C071-461D-990F-1380B644F4A2}"/>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CB303B0D-26E1-4AFD-8B61-2667F14C5CDC}"/>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ABDE100C-76FB-44EB-BBD2-2332E4A32755}"/>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BFA24E96-7570-4B72-B98C-27B34B2B213D}"/>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D6CC7311-13FB-49B4-86FF-589C3294D451}"/>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FBBCA74C-2E66-48F6-A436-DB6DDD668A08}"/>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0B48ECD4-D7B1-4948-8A3B-A227A19BCDBF}"/>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E9FE9A99-AA44-4F06-9C2A-E2C3C055CCD2}"/>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9D9C6DDB-54E2-4A5E-9597-FE7D592D4DCF}"/>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5CAA618D-E1ED-4A61-A978-4072D8688533}"/>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969AE856-8981-4125-A216-D49E19C68A49}"/>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7e7bcca1b634b1f"/>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447018F1-A94F-42E4-A749-2440757B0365}"/>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ef83e47c07b8472e"/>
              </a:rPr>
              <a:t>https://praveenveera.github.io/uber-pickup-survey/</a:t>
            </a:r>
          </a:p>
        </p:txBody>
      </p:sp>
      <p:sp>
        <p:nvSpPr>
          <p:cNvPr id="17" name="">
            <a:extLst xmlns:a="http://schemas.openxmlformats.org/drawingml/2006/main">
              <a:ext uri="{FF2B5EF4-FFF2-40B4-BE49-F238E27FC236}">
                <a16:creationId xmlns:a16="http://schemas.microsoft.com/office/drawing/2014/main" id="{B2C18CF9-05CE-4B7D-93D4-6B5C8E5572B8}"/>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FF0C77AB-DC8C-4585-BA97-DFE7DAE2586B}"/>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72939F19-15CC-46B8-8107-2A7B844F31B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B3207296-F1C5-45A8-B456-9EC7FB94689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399921822"/>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D7FFF87-0BA0-4747-8A75-C33999CE27A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7398988B-AEBB-4B4D-B7EB-B2DDEE72BADA}"/>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10AE0963-ADF0-4EC4-9CFF-303ECC4BD9B2}"/>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BFF184CB-33C1-45C9-9304-929625B10867}"/>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F535569C-76FC-4B7B-A611-2AEB62B70584}"/>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855331A6-E9AE-4519-BFE5-B6F77CA0592A}"/>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4EDF7412-6966-4E68-AD55-366848E7B83C}"/>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F9E8E855-AD6D-49CB-961D-0DB84A292A7A}"/>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3BF62C6A-D87B-4309-9897-D0D86192E932}"/>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1F60BFF2-51FE-4B5A-90B8-08662F5F2FF9}"/>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2C999C80-52D9-4146-B733-D39392A2ED2A}"/>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7C88DBFB-1542-47D0-AFD1-870FBF946AF9}"/>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53B26A32-6A0F-4386-A09A-80AE8F0DA765}"/>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969319-6192-4458-A650-0F0A3F22C5FD}"/>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2EECA0D3-9DAF-44D5-BCF7-D912BDD2B60D}"/>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591B1A34-432B-4CA1-A336-2B1ADC00ACAD}"/>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65117FC-0202-4BE5-B184-FDFF839A68C8}"/>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F927E708-84E5-41F8-A28A-9F53013FBFC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E0475CAD-6471-49B2-AFDE-1B9A996D27E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499037743"/>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0580DE2-E536-49C1-B071-98B31C22FBB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E77DF9F7-9D35-4B43-BA55-5255FD2DDC0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A8D574C7-FC19-47DB-912A-97F26459321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C0E9E8EF-1029-4A8F-B9AB-844A3731C1E0}"/>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3E2396BF-F32F-4078-81BE-9A3981A4A4C4}"/>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62D585D2-A5DE-449D-A293-75FD06F4109D}"/>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297C59E4-C436-40A7-9AB8-6D3F47A6A12B}"/>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4BEC64E9-9BB6-4473-8060-F4C4D381BD0D}"/>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99649FDF-2489-42DD-85F6-F6DB272E55BB}"/>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9318D7C3-9BEE-46A5-A718-AE06B94E25D7}"/>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6F4EACA3-2D23-48BE-B6B7-73D754A563A8}"/>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466D370F-1019-4C4B-A9B2-B9F481A316D9}"/>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F33BE1C8-02F7-4DAA-8238-DB0C1193FF61}"/>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BBFAD89-C8C9-4C1B-8693-C282C6005CDC}"/>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7BBE55BD-5FB0-4F32-BF21-4E772FAB69A0}"/>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8F0974C7-96F9-40AD-BC11-FFD3096FCCFD}"/>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7256120-404B-43F6-8316-3124235E6A0C}"/>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191285E6-C83F-46B3-8F18-C9D3D4D4C09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770E5DDD-6AB9-4860-8F0B-558A6582B0D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969466742"/>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CC3AE0-7F4A-41DF-BAF3-9C17109776A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629CC5C6-4267-4C0E-AEE1-207ACCFE4893}"/>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38C247DB-FFDD-4997-A4F2-A757A813FA1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686B9499-259F-486C-8980-3BEF374B79F6}"/>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D60605C-F10D-4954-9053-D51277CA7848}"/>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1C7321CC-5443-446F-9154-D03C458A849D}"/>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D1BF0F34-61DE-4137-8DCF-BA2CDDC3109D}"/>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ED6EAD9E-DBFB-4CD1-ADE4-0D5C84C66E16}"/>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4CABC7C6-AEEE-4080-975F-3327D38989B4}"/>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BE700DEF-A087-47C3-88D1-C1A74FC03C74}"/>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0A89FCB6-C515-41B3-B352-4BA929306499}"/>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3B8B3F4C-475E-4E5C-B10D-21413579A6F5}"/>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9DB37F8-34C1-4B8A-8426-BBF148102DFD}"/>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0DFA060D-DFB5-4ADE-A12C-BF89432C5FB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DE76A8D0-136E-4C3F-B668-2B43AD20A9E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789110534"/>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2B4380-A641-4B35-8CC8-69D8F3D37FA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EA19232E-7592-4451-8F70-B0F2C1F998C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EF634AF8-1B29-4790-B7E7-1934D6B6FFAC}"/>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E090FB93-D0E6-4522-99DE-96EB53C49233}"/>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025825AD-E727-4D0A-BA52-D5B6F4130E73}"/>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CCAE06C-52C7-4874-8B57-734DF6B3D2BB}"/>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0280EFEF-3B39-44B8-8C2E-D9D630EE361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B584902E-7C60-4B6E-B513-C67A28FAE27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319630226"/>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954CB0B-415C-49E8-ACC8-F0E90B8AB6D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ACFA383D-B22E-4C10-8330-959C6CF5C47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32AC0B82-0BCE-475D-9E3F-B2344D85FA14}"/>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FB371B49-7DA2-439A-A7F5-407DF777DD79}"/>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E9CECC1-69AA-41E2-B436-B2F84ADD9CDC}"/>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C2FC1A30-B5E9-45E8-BB71-1D6C192C1405}"/>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F3E46BBA-580E-4B99-9692-859052B91BE8}"/>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F75634A-A816-4E8F-888F-1CB600432E19}"/>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539B8A4B-FAB9-41BD-A3F3-3C4EF93E85B3}"/>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BF1B5296-71ED-4F95-BFE4-4190F84F1A8F}"/>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F11A84B-8A65-4A5B-92CA-29138B2C460D}"/>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EDE7B51F-784F-47BE-9825-7C1469D1AF2C}"/>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4B934DF2-4E10-4846-BC25-03E250AC7350}"/>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FB30E9-5DCC-4CCE-A996-0C3C254A09F6}"/>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0C42FCB9-51ED-4A4E-AA5C-E03A7DAA0DA8}"/>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CED8CD8B-4E17-4B45-8418-55D00573557D}"/>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8FF843-D691-45E4-8D2F-128CF4AFA04E}"/>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914D11C6-BBF8-4011-85C4-EBDC9179D213}"/>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3F2B1354-157B-4906-8E88-1C1F35B9F295}"/>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9FAD78F-F5C8-41E6-8A34-D472C11F8381}"/>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6953C864-8A64-4270-9CB3-E951A2EEE4C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EA32B94C-4606-46D0-AEA5-6C3C05455CA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577597891"/>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FF1299F9-2B77-48D5-9C55-AD9BFB0BB93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A09ACD90-99BF-4157-8CAA-EE730DF68E42}"/>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56BBCCE2-3394-4B58-B904-0CC2B825AFF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CE6321A9-BAD0-4FB7-BD40-10BAD4D36331}"/>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35650734-AE42-4D5E-994A-5E95E7DB920D}"/>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16B493D1-F475-4865-B8D0-AEE1C451BF82}"/>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F38C5A5-AB9C-443C-BE43-1234890984B3}"/>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F500354-6752-4537-8DB7-B0940ACF99F9}"/>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5A4B2B44-B67D-4528-9993-3FCFBC9C47FF}"/>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6CB0CAA3-94E4-4F23-9493-992BF2377F6C}"/>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B08B537-140F-4F6E-BF79-84497DAD20B2}"/>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68A2F58-2084-47A4-A55E-539C4B65ED33}"/>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AC92C410-884B-4802-82B4-F49EA62412AC}"/>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D9BE78CD-F479-4CA4-B046-BD8CB8D5ECC1}"/>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B859D19-1875-4FFF-8402-C5DACE55B28A}"/>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C5A12F1-72A2-400F-A153-BF5C3C021132}"/>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62199375-68E0-47AF-81CC-683911DC64E8}"/>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037EA52F-40A3-4406-9970-77FFC1BA6CAE}"/>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C8CBE79-FB4D-466C-A5B4-40E7E144AB98}"/>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3E9A5EA-8081-477E-A028-751452A2E68B}"/>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44828009-9C2C-4B5B-B9F3-9599264EDF69}"/>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4B5A49CA-0F69-47DA-84D8-C98B1B15ACF9}"/>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F500834-C74C-4B82-B0A8-002EF2AF9133}"/>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2E80065-E7A0-41D2-8705-64EBFA41283C}"/>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F838D526-2EC9-430B-8D84-55D688D54293}"/>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13713BB4-0887-4C31-8274-B9B149D2390E}"/>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B5DF294-6A4D-469D-A6B8-FAC15454950A}"/>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8123F17-D551-4B0B-A854-FE8CBBB9897B}"/>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C14E3832-4D1B-4D2B-8B3A-DC07283D16D1}"/>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53B7950A-DAE6-4954-92E6-77EC14812625}"/>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9DE3BB6C-05E5-45A9-BCE3-3581F723D9A4}"/>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A0A0414-C761-464C-8963-EBE2F5210ED9}"/>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892301F-F623-4A87-8D02-55D60252A18A}"/>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606E7C8E-E1EB-4B64-89F1-BA3234BA406A}"/>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9D238020-F603-4175-956F-6FAFA24438A0}"/>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3996BA6-73A9-4486-ACF4-8316894E22AE}"/>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3D156E5-F6FC-44EC-921A-956269987A2E}"/>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D5AB3548-CADC-42F7-9B7B-959F21709BED}"/>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5039A549-31CD-4882-9B20-B97D3D73F644}"/>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DE67542D-39DB-4CCA-A6EC-B10F2FF1F836}"/>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7F2A58A-6477-4BDA-8CEB-62D7DADE84A3}"/>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C53D5673-BB7D-4F9D-AC0C-6EB0B38EE245}"/>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7E44E232-AD77-4C0D-8F34-72508AC486F9}"/>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EAE1B73-5B98-42DA-B1A0-5CDE91A9F3DF}"/>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FC59B9F4-17D9-4079-B8C5-F3D96A49E24E}"/>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ABCDC721-49CE-4B26-B27D-AB884BF9C1F1}"/>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3B41F985-F37D-4F71-8EE6-3355AB92B20F}"/>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CAC4FED6-5C9C-4D2E-9833-5DBE0575B2B5}"/>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82CB2A32-7749-4ACE-B6B5-6F0D542057F2}"/>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7D6E64C4-E907-41EF-8475-EF6A29FC1C2F}"/>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6104542E-79D4-4C19-82C1-8D13F3E4E905}"/>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44256B4-A801-42F0-81B4-878F45347174}"/>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56CC954D-225A-45EB-A344-E4825B041293}"/>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927FDE21-E213-4A02-81C3-C3335A83C4EF}"/>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187162EE-1945-4269-833F-8E73578954A5}"/>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3DFBD8E2-7654-4881-A78E-DE33A5D2384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A959EF6A-198C-4AB1-AAA2-53E7D7741E3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749421763"/>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A8113A6-442B-4E81-A587-3AECA977144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7F4980DD-75C7-4190-B860-6615F39FB2F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87275CA2-F81A-42E9-A453-41CF4C468E5F}"/>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DD54612-8606-4D44-99E6-B932ACD5D87D}"/>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9C3D0547-F483-4455-9AE7-3F908464E4D3}"/>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CAB4CD27-E22D-4CE2-B77E-E2DE04D463C8}"/>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67DEB71D-83F9-40D9-994D-CB1ECA6F9F2F}"/>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E960D119-00E6-4006-B16F-1048FEB390D5}"/>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006E012F-CC77-445E-9695-8A678FDE225B}"/>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3964D89B-283F-4463-B708-E8A9EF2CD595}"/>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682B59A3-582E-4A6C-997B-5C7BFC79BA32}"/>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15804FBD-3A09-4FBD-A0E0-76CCF57D7B22}"/>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6B474D0D-E265-42B6-A727-9F8DBD383305}"/>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72663FB4-1DA8-4490-B7E9-F6A4C557ADC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44948192"/>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DFB3DFC-B5DE-43E6-BFE5-DD6093115F1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5091D991-366F-4ED6-A3A0-CA38854C4E0C}"/>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9535DF1E-21F6-4F7E-A294-3BD75A1696ED}"/>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DA4D9972-150D-425A-B10A-8D94C361ACFC}"/>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53C67826-F80E-4BF6-917B-4F01E6FDBC8D}"/>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4E1942AD-7F3C-45B6-A9EC-4E9A1A65D477}"/>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BD4340FB-0ACB-4F46-A031-D2C9B8E53C9F}"/>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7B31F1E0-BAE4-4D42-8A29-F1CEE1A7F411}"/>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F5D87718-C66F-4B4C-87FE-C7333E583A7F}"/>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83AEB361-DA87-4FE7-8075-2DE5479F4F5E}"/>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E67663F9-225F-4666-BA31-023F12C24F39}"/>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573A3ABA-1CD2-4FE6-9205-EF6C7144059E}"/>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7AF622A8-C264-4762-8332-74A66C68656A}"/>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03B17759-7759-473F-BCCB-7B94B2B2821A}"/>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E24D9BB3-0031-4681-A3AD-8902337AED5A}"/>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6A85C541-9B0D-45C9-B490-A508071D3216}"/>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5723DD-1970-450F-8476-471316CC4740}"/>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13D61B80-5591-43F0-9204-2B65FCF9C1D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613EA570-E7E3-4061-8900-C900F1CDD56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1530369257"/>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734A855-B519-43B0-B0D3-EA5B6E4CCFF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4C48F495-CF4F-4342-B9C5-B4F9A44809C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C2B045E6-A5CE-4F1E-86B7-4BBFCD12F0DF}"/>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7042935F-3112-45B8-8F4A-51AF53CC2F0D}"/>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D233A8C9-164C-4C3C-9A73-91A5EDF7B5BE}"/>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526E954D-A118-46E6-A7E0-86F9FF958C4D}"/>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8567E42B-19AB-43BC-BD32-657FF5CE2430}"/>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3448BC15-A8F7-43F8-AFFB-7BB853E7DCD4}"/>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D074CC83-17B1-48BB-9EEA-3E345D194208}"/>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BD0F4E9-C500-4452-A132-1708291E188A}"/>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00868886-C6F3-42E6-966C-42007FB606C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74EC16B5-129C-4927-B026-FA985BE547B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1946395994"/>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E762C6-9B05-4C3C-876C-ADF8D7C3868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9E0B85A7-9008-4ED3-9C77-BFA01567072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6DE6C808-2B31-4E25-8315-FCA772A84DAA}"/>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E4221DA-AB76-4ED2-8C37-113E11939484}"/>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E2842890-1DF5-4086-8228-266727301DCA}"/>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B6CD3025-2D54-4E67-A488-45E96FA28D4E}"/>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5AF4B0C1-62C6-4856-B4B9-B9892C25B8F7}"/>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CFCFA05C-8C99-42DC-A384-DC30AD35D35F}"/>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C43EABD9-D59B-41BF-81E2-BAD46149994A}"/>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908FF331-B058-4595-9B49-1ECBC76B2B23}"/>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2AE595BB-C8C1-488A-A9B7-8B8F5A771DF2}"/>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7EFAB3DC-7AF3-401A-A62C-CADD42338C0E}"/>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59D086F0-4597-4A90-B14A-BB498DA969D8}"/>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4A56D01B-DBF2-4A24-9821-8D4D920189A8}"/>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90EFF6E2-F254-4344-9BC5-57D7A6BAB91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AFC40820-08D0-4144-A980-0087ACD7DAD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164685133"/>
      </p:ext>
    </p:extLst>
  </p:cSld>
</p:sld>
</file>

<file path=ppt/slides/slide1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3FAB12-58E5-4693-AA6A-41651BFE8971}"/>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23CAC5FA-B7EC-45E6-BF9A-B09AFDC6BFD0}"/>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98D3109A-4598-4DC4-B0BC-D4A11A5B4D92}"/>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AAB54951-4EB3-4D1F-AE84-852E13859C6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EE019D95-098C-4350-8667-238D64C4957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153319913"/>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8FF2EA-FD59-4B75-A763-5ABC3D98609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52912850-8B07-4304-952F-67D81AAE803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7887BC05-FF96-4457-8910-ED913AFF308D}"/>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17E30C10-8743-422B-B200-22C151923C64}"/>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cc258ff7d984afe"/>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C5F471-FDD5-404B-BEF2-A653FDBAFD75}"/>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a576f802c754c23"/>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B83E679-156A-4E3D-8887-B57BB6A4D0DC}"/>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811E8EF8-4568-4CBF-91DE-BE35944322D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44432C5E-E983-4F85-9624-89540D822FE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871391333"/>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D1CE38D-DE1F-4D45-B4B7-67A44D64EC2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C562E3A2-BFB6-402D-AF10-864E7237CDB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51B68D0E-FEB9-4DE5-B43D-E8F04123ECE7}"/>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4DB71345-6AC9-45BA-B9ED-5C7A99C89FD0}"/>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EEFB8527-F7FB-4C9B-8348-EF49FF7578CE}"/>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2EEDB1D3-F355-4DBD-83D6-5790A08BD240}"/>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967D891F-222A-4D3D-B094-2F2E8D49E413}"/>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AE66A79-ABD4-4222-94F3-65522D9A7E66}"/>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ED2ABB7D-4B76-49AE-99CB-2F2E608F9E23}"/>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3C62D893-959B-4B6A-A606-9CF7FEC150B2}"/>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70AAF1E5-355C-44AC-9EB8-60AEDA2AE154}"/>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AC8449FC-52CD-4197-A32A-854C1BF10454}"/>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D86B8DAB-72A3-418A-84FA-E8512AB8B716}"/>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1F2F3D-4835-41DA-8006-2C49A8B86193}"/>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28C02780-D560-47EF-9E56-1A9173B7986E}"/>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C65BF730-A5EB-4962-A8DB-A0E118CD7619}"/>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BF64D21D-AAA3-41ED-8360-7646EE279D9E}"/>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DF34E891-82E4-4DDC-95B0-22ADA9E91F26}"/>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BB5CBE9D-9857-4333-9365-67CF19563D40}"/>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A293413-A6D1-49AE-973E-B7D25C8EE9EB}"/>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CACA6488-DD40-455D-A410-CB47F0FBA176}"/>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1C90CFE1-BA17-4FD3-A298-F12108F883B2}"/>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9F2173E3-34B3-4F27-8ED8-56175C8F02E0}"/>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AC8671FD-12DA-4898-BC10-8F3C5A61B267}"/>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7B46A09A-1954-4AF7-AD85-DCD1463645B8}"/>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9DF4476-3723-4C57-AE9C-0537F04AD8FD}"/>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25707B78-FF73-4356-B31C-2ECA5971639F}"/>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27C89D26-0888-4D73-B65B-B2C4FA70AF59}"/>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EFE80A04-1A32-472F-BFBA-DEAA6413DFCA}"/>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46641B16-F74A-4A71-839D-7B471E995B02}"/>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363AAB05-6C5F-4FA2-BF30-AF94086D7E1D}"/>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ADF7224-90D9-4059-B2F4-E9359643E562}"/>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8FCA348B-BDA5-4F9E-8506-671F2B54F02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63AA7C21-6FFC-4DE0-BD99-4967533D5D5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282419180"/>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241E375-4111-4656-891F-8E53B0D99DF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F0720F4C-B93F-45A0-A193-4707E0D9DBE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14364DBC-A0CA-4531-8F16-288EEE3DA31B}"/>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D9349B9C-520C-43FD-BEFE-A805E125D649}"/>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BB1DC643-96EE-44F2-9C15-9F33FFA441E3}"/>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EBE9F2F0-7397-4B70-A3C6-0036D5A9E0EC}"/>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8BCF91BD-F1AF-4801-9020-05B704D0F483}"/>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8342DA1-C76B-4748-8383-F12710512D77}"/>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262BE1D1-4F75-422A-B2D0-C1B4463484AE}"/>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22F0D01D-6EA0-498F-ADF4-A7A49B853031}"/>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C752A914-C37E-48B0-8018-EF5B82944E08}"/>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867BDBF8-F906-415C-BDC8-82D0729666FF}"/>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99F4026C-72E2-4625-843F-D91D27734E40}"/>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E51FFBF-ACC4-45E1-9A92-3221F14DF0A5}"/>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C8DD5253-7E2D-4586-945C-945652FC29B1}"/>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BEF1CC50-353B-4582-9C9E-3DAE3A3F6E3F}"/>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B09FCB84-308B-4F95-8BDA-5CB1CDF4871B}"/>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764253E6-9780-4459-8C61-E420AF350AB6}"/>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33E5A302-1780-422D-A2CA-116AD588DA33}"/>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31F00B3-7168-459E-9020-67064349248E}"/>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6CE1360C-22AE-4349-B0A2-CA0AD0F4013B}"/>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DCCA85C7-B875-4FEA-B6B9-EC055504BCCD}"/>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D488B0BD-B247-4E57-93EA-8A85F3C90BA9}"/>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B86CEAAA-5651-4E4E-936E-C040118576F6}"/>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B7C9A7AA-4E10-4651-AD85-5E3BAFF2D208}"/>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55DBDA3-F87C-457C-8F71-AA1048ED1FAC}"/>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B624807B-106F-4DFD-B5C5-890C49FA2468}"/>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22C8AA61-FD98-4AD7-86DA-B8125A9DCBED}"/>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8D46D8E2-BE6E-416C-A950-C3A689B19CEB}"/>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990121A8-ECF4-44DE-9DBF-64433DE1A349}"/>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CBDD5BA7-F74B-4510-814C-F2019590C1A7}"/>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801DABB-676A-4385-AE12-A9AC3F32B0F0}"/>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EA560D92-F18E-4719-BA0D-1E5516B8194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67ECE8B0-7DEF-4B14-B9C2-5CBCC3ABD58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1159085857"/>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C90FFBCE-BEAA-4CDA-9444-5D9D7EF499C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F4260815-2DFF-4C03-824C-EED1B10D4EA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87D81C7C-EB1C-4A1A-B535-C7061096935F}"/>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4C32756C-9C1E-414A-8B0F-69FDDF507553}"/>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DF62CA1D-0514-4CC0-B71E-3F3F52107660}"/>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32E515B6-0F0F-4DCF-A6B3-22692B0B178D}"/>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63DCAFAC-9F4C-48CF-B8D7-E72D63A23C35}"/>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B8EF5AF5-811C-4D65-B534-9EAE05FD0C28}"/>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CF86CEB5-1F71-4954-BC32-062CD508AE06}"/>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BAC83870-63CD-4400-B279-C9BEC91F6FE3}"/>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990B4F46-0582-434A-8750-0F718CF42B79}"/>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AD83517D-789B-4ED7-94AD-D50F0492FA3C}"/>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C2643C93-F2CA-4B35-BA35-A33C248A28C0}"/>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729FE6D1-0390-41B3-9B30-3D98A860FD14}"/>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FFB657AA-2B3A-4FB9-BD25-3252C3EB9807}"/>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37BC3536-551A-48B7-8377-E11631DC403D}"/>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5201FBAB-8ABA-470E-A8F8-DE4AF54042E2}"/>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06792C51-E90B-4BAD-9CF8-FF48DB85FA3D}"/>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6024AE1A-DC07-4B83-B768-9796C99B4782}"/>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83F5A144-3B1A-4555-86B9-E7F768885DC1}"/>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BA0F1096-0913-4198-BCC0-634246EC8784}"/>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DF0B265B-79F3-46D5-946D-51E1600B885C}"/>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95F23823-9E5B-4AB4-850F-27E522994D13}"/>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3277F146-980B-4300-B6E4-AD8045892362}"/>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3BEC844B-2DBD-46F2-8563-7639282628CC}"/>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487F7D1C-3B5E-4897-BB15-47685FAFA4BE}"/>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B0A3AEA6-7B67-45B0-9A39-0973CF2574FB}"/>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AA87E914-0054-4469-ABD6-587D51128ED9}"/>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D0A49A5C-537C-4C06-B31B-8DC210D51676}"/>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508FEF37-5CCE-4D72-9CD2-2FC5D6CF0DE6}"/>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45D65A91-0037-4B25-9F99-4239C6FB1C70}"/>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A0B00DCA-220A-42D4-A342-48D34B6FAC33}"/>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50EE23AD-75AC-4717-8892-75F6404EBFFD}"/>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893265BF-CFF2-4D6B-9345-9CE392D8E3E0}"/>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B4D60B44-338B-4DBC-83A4-254D4FE04F5D}"/>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859420E8-D25D-41A8-83A7-C17DDE3CADDE}"/>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B67EF866-D813-4236-BDBD-F0DA31B450A6}"/>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13650A44-259C-438C-986F-F4786530EBF1}"/>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98E847C6-50F2-4347-92C1-44676A8E2E50}"/>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5C17D6FD-634D-41F1-89F3-CADB1F94D814}"/>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E5B467AD-E183-43BF-BC82-50FF6D7ECF5C}"/>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5E8FE5F0-E285-43DE-A955-C479F6757370}"/>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4005383B-91EF-49F1-9C09-B8F46CED9E95}"/>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B60A4C44-FD73-4CB8-9147-6BFD6EB89CBA}"/>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62C986C6-591C-4A79-8251-F6BD523F1BF4}"/>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D16F07C6-79D1-4B02-B07A-1B9DE1B41DC4}"/>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FA159971-3092-4C13-A1F8-D174008A30D9}"/>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E75367AD-B7FA-4818-A6A3-3F851CF457DD}"/>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B46B970E-C445-49F3-B7E1-22C16825E616}"/>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92BC7C15-CEB4-4C0F-9AF0-1931EB70A720}"/>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D4690CD5-DFD4-4BC7-8DC3-C57BC422952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3ACC6CF5-49D5-4591-AD9D-F4B04AC5E60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961643043"/>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ACC826-A2DF-4A1F-8CAB-D4DF6F1EC01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0C613361-CA3D-4E90-ADA9-048F9E1E356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46F5608E-207A-448D-B0A4-1E3C939FF7D6}"/>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92294C67-0CA2-4616-A642-0BBC6158FA46}"/>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0E300C71-EB37-4D35-BA19-7E018CAA3094}"/>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3D8547AC-F794-4062-8B93-2F933566895B}"/>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8AB13BA6-7432-454C-BDE2-245E9F9E8414}"/>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0F6CF98E-E864-4121-A281-462A82AAE2A7}"/>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7B80EA68-F509-4FCE-97EA-F81A6F566809}"/>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BE07B7EC-C863-4F5B-9A83-AE273FA8BF41}"/>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815566A8-5971-4514-9954-C98FEF471891}"/>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26D9B832-B268-47A7-BDA3-13D3DED8FC7A}"/>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E77CD19F-F326-4861-BA47-6C8294BB03BF}"/>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627BD553-7A76-4D18-A3FB-2F6CDB5724D9}"/>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AD8CB423-E8D0-46A6-A817-87AF2CEBB19A}"/>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08E22C3-10AA-42D7-B26D-2ECFBDE2FD31}"/>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86D6D2B7-7DA1-439F-97D4-96512E7A84D0}"/>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C02BEEAC-385F-4182-8F2F-6BC9A2D0225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E0FB38FD-86DD-4ED5-9B82-82BE3902830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31727968"/>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1A05964-87B4-4A2F-8CE7-CEEAA5FD706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D45D9546-1736-4BE6-86CA-7C949273EB1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8DFCE404-A208-4D33-A61F-F403E871B1F9}"/>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D59BB77E-853A-4F90-A735-06FB84ECF81D}"/>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33A329DA-679D-45E8-B6A3-4D6401DE9CC1}"/>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51B2CDEE-5029-426A-B844-B2D1AF9ACF4B}"/>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F559078E-1197-4DCF-8AB1-CF9A41298BD8}"/>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AF6215E3-10D0-4E12-BC6F-BEE0560A106B}"/>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590252AC-BC9F-4B01-9656-A7E5AC02F3CD}"/>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2D68AD3C-8A85-480F-AA33-DB9CD55726CA}"/>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AC249957-8FBC-40EA-B12A-7CE8B9861221}"/>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B1779338-36B8-45E6-9549-38F49F62B9A8}"/>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E9B23A4D-04C8-4234-A3D8-904EAA8E3B2B}"/>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BBE03600-8ABC-4E8C-872F-8533F15FBE6E}"/>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5D5968C7-BB4B-4A9A-9293-616EEA0FF8C8}"/>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D2AC02F2-7D38-460D-86A3-FFE4937FA7E9}"/>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492D2264-99A5-4C73-A426-9D0ACD7FB096}"/>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2CFAD8F6-5D42-4F41-9B81-CC87A3A2A919}"/>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BCF7288E-BF34-431F-8640-3202D34F2074}"/>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467BE3AF-2248-4CE6-B1B9-3DACE2EBBAE5}"/>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804A45EE-EAF3-496A-A657-37A88CB1CD42}"/>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D364869B-3D0A-4173-994D-10EB5CB38F7F}"/>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2AA467DC-A6E0-4E51-91E8-91C1E237BF75}"/>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70A67611-4B29-45F1-8E50-20C765415469}"/>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95072D27-57E3-4A26-B213-F22C42395B7F}"/>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D16DBB0B-2BEE-443B-94B5-6488E18C0FA8}"/>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926D3033-BA28-437E-91DA-3383B83AEC31}"/>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F3360E1D-C33C-4547-A72B-75126D550F1B}"/>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E64AA5C6-BAA1-4A8C-AB57-C2E244690877}"/>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3ADC1D1C-D574-429D-B7D6-3689FA40EB4F}"/>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6AC04936-86C4-4BA6-946F-F2752A3DDBFE}"/>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1CB538C8-E2B7-4842-B0B9-BC82F83964BA}"/>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1AE0704D-82EF-4FDC-941A-B341D2D4D11E}"/>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12011A85-807A-4894-9582-4887492D0113}"/>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12FA05F9-753C-496F-909A-5585A39E9D27}"/>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7F9FC8C2-A6E1-4006-9441-42956C574221}"/>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4A498B2D-308C-4C25-A4CE-50E1F7C279B3}"/>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70401635-92D0-4935-AE02-7299461098E6}"/>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28E6D3A5-837A-4392-AF19-D254517AC6E6}"/>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8A9D5B8B-31B4-40EA-A254-8E48CD034807}"/>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205F4927-ABF1-4746-9822-965F4CBDE1F2}"/>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4F523021-B482-4187-96E5-964356C15F3F}"/>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898E4E0D-AB83-4AC1-BD93-3BC6AB4DC03F}"/>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D34318B-741D-4DAD-BC27-2886F5C37D3D}"/>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C0270258-F96D-4286-8CA1-17CBF22657C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F5532D8E-BAA4-45A0-9B3C-C1D2845A47A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878198658"/>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C6B0BE-9D66-4789-8B1C-AA3270F61FE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E6FD45BB-1520-4C68-8E8A-F05AAF4B4B6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30D12D0E-63F7-4295-8821-61B02C7246BF}"/>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F53C3D41-1543-472D-8BBE-BC4A2C30519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0A85A046-B961-4B58-96CF-FE544EE737D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104500583"/>
      </p:ext>
    </p:extLst>
  </p:cSld>
</p:sld>
</file>

<file path=ppt/slides/slide2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CAA2D91-9948-487D-B5D1-4F782AA68F78}"/>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547EF2B9-3184-4FA1-8C26-01511F17013D}"/>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E135F057-5E35-47BD-95FE-B3243098F66B}"/>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83A096D1-14CE-433B-A1FC-7E4094955F5D}"/>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2DD0C3DB-7509-4321-BB9F-3BD43C037387}"/>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AA1E7F05-C4E5-4658-81D5-CFC587C3B119}"/>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5DE69447-8807-46BE-A90D-9C9835C1172C}"/>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293FCA9A-1EA1-4F8A-A3DC-D0B6B175FC84}"/>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DD1F6FCF-F464-4161-8763-7B4D3FD483F7}"/>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7B2071BA-BA10-4DAB-BEDC-E4989A5D2E18}"/>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CD8D8AB0-7236-4DAE-AC2F-9DF17091D371}"/>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DFFAF440-CDAB-47D6-BABE-E34ADC61979D}"/>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64CF6B90-1CE6-42A9-8CE1-E3943F673B3D}"/>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C706B54B-4BBA-4473-906C-EC6AFA43CC08}"/>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7C194079-3C06-40E7-8609-5753315B5E99}"/>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A01FA6B0-8C28-4B5C-AC9E-0A9C283FDFB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28EE5FFF-8B19-4CB1-99EA-183CD0158F1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710241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2026-09-19T06:27:51.8440000Z</dcterms:created>
  <dcterms:modified xsi:type="dcterms:W3CDTF">2026-09-19T06:27:51.8440000Z</dcterms:modified>
</coreProperties>
</file>