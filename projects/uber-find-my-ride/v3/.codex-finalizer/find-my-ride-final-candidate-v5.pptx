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404627a8904030" /><Relationship Type="http://schemas.openxmlformats.org/officeDocument/2006/relationships/extended-properties" Target="/docProps/app.xml" Id="R0724557c97a443e1" /><Relationship Type="http://schemas.openxmlformats.org/officeDocument/2006/relationships/officeDocument" Target="/ppt/presentation.xml" Id="R045bf50c0ad648cc" /></Relationships>
</file>

<file path=ppt/presentation.xml><?xml version="1.0" encoding="utf-8"?>
<p:presentation xmlns:p="http://schemas.openxmlformats.org/presentationml/2006/main">
  <p:sldMasterIdLst>
    <p:sldMasterId xmlns:r="http://schemas.openxmlformats.org/officeDocument/2006/relationships" id="2147483648" r:id="Rb92f95ffc53149e1"/>
  </p:sldMasterIdLst>
  <p:notesMasterIdLst>
    <p:notesMasterId xmlns:r="http://schemas.openxmlformats.org/officeDocument/2006/relationships" r:id="R5a66548a7f9345cd"/>
  </p:notesMasterIdLst>
  <p:sldIdLst>
    <p:sldId xmlns:r="http://schemas.openxmlformats.org/officeDocument/2006/relationships" id="256" r:id="R244a31bf260049cb"/>
    <p:sldId xmlns:r="http://schemas.openxmlformats.org/officeDocument/2006/relationships" id="257" r:id="R8d87ee2cff084af2"/>
    <p:sldId xmlns:r="http://schemas.openxmlformats.org/officeDocument/2006/relationships" id="258" r:id="R86c7bd121969432f"/>
    <p:sldId xmlns:r="http://schemas.openxmlformats.org/officeDocument/2006/relationships" id="259" r:id="R4359b1be8d5d41ab"/>
    <p:sldId xmlns:r="http://schemas.openxmlformats.org/officeDocument/2006/relationships" id="260" r:id="Rbfa3864508994cb0"/>
    <p:sldId xmlns:r="http://schemas.openxmlformats.org/officeDocument/2006/relationships" id="261" r:id="R5d1975d46f6f4af5"/>
    <p:sldId xmlns:r="http://schemas.openxmlformats.org/officeDocument/2006/relationships" id="262" r:id="R62ddf1d3aa914b9c"/>
    <p:sldId xmlns:r="http://schemas.openxmlformats.org/officeDocument/2006/relationships" id="263" r:id="Re017e15942bc4035"/>
    <p:sldId xmlns:r="http://schemas.openxmlformats.org/officeDocument/2006/relationships" id="264" r:id="Ra7ddc03d716d49a2"/>
    <p:sldId xmlns:r="http://schemas.openxmlformats.org/officeDocument/2006/relationships" id="265" r:id="Rcfd7f4b76d664549"/>
    <p:sldId xmlns:r="http://schemas.openxmlformats.org/officeDocument/2006/relationships" id="266" r:id="Rf6deb5a0c5ac490f"/>
    <p:sldId xmlns:r="http://schemas.openxmlformats.org/officeDocument/2006/relationships" id="267" r:id="Rcd04bd9f73724cab"/>
    <p:sldId xmlns:r="http://schemas.openxmlformats.org/officeDocument/2006/relationships" id="268" r:id="R7287518a0bed4e10"/>
    <p:sldId xmlns:r="http://schemas.openxmlformats.org/officeDocument/2006/relationships" id="269" r:id="Rdaf8c746a85b40b4"/>
    <p:sldId xmlns:r="http://schemas.openxmlformats.org/officeDocument/2006/relationships" id="270" r:id="R95ebbdcb2d394234"/>
    <p:sldId xmlns:r="http://schemas.openxmlformats.org/officeDocument/2006/relationships" id="271" r:id="Re2cd9f30cb8c4ee7"/>
    <p:sldId xmlns:r="http://schemas.openxmlformats.org/officeDocument/2006/relationships" id="272" r:id="R7a2b9f1775c1473d"/>
    <p:sldId xmlns:r="http://schemas.openxmlformats.org/officeDocument/2006/relationships" id="273" r:id="R01baee87a2c14870"/>
    <p:sldId xmlns:r="http://schemas.openxmlformats.org/officeDocument/2006/relationships" id="274" r:id="R45b09b068783484b"/>
    <p:sldId xmlns:r="http://schemas.openxmlformats.org/officeDocument/2006/relationships" id="275" r:id="R5999edbb92234b9e"/>
    <p:sldId xmlns:r="http://schemas.openxmlformats.org/officeDocument/2006/relationships" id="276" r:id="R65056b57c48144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90b511766c4fb6" /><Relationship Type="http://schemas.openxmlformats.org/officeDocument/2006/relationships/slideMaster" Target="/ppt/slideMasters/slideMaster1.xml" Id="Rb92f95ffc53149e1" /><Relationship Type="http://schemas.openxmlformats.org/officeDocument/2006/relationships/notesMaster" Target="/ppt/notesMasters/notesMaster1.xml" Id="R5a66548a7f9345cd" /><Relationship Type="http://schemas.openxmlformats.org/officeDocument/2006/relationships/presProps" Target="/ppt/presProps.xml" Id="R93c07380beae4ffd" /><Relationship Type="http://schemas.openxmlformats.org/officeDocument/2006/relationships/tableStyles" Target="/ppt/tableStyles.xml" Id="R4d19364c562a4408" /><Relationship Type="http://schemas.openxmlformats.org/officeDocument/2006/relationships/slide" Target="/ppt/slides/slide1.xml" Id="R244a31bf260049cb" /><Relationship Type="http://schemas.openxmlformats.org/officeDocument/2006/relationships/slide" Target="/ppt/slides/slide2.xml" Id="R8d87ee2cff084af2" /><Relationship Type="http://schemas.openxmlformats.org/officeDocument/2006/relationships/slide" Target="/ppt/slides/slide3.xml" Id="R86c7bd121969432f" /><Relationship Type="http://schemas.openxmlformats.org/officeDocument/2006/relationships/slide" Target="/ppt/slides/slide4.xml" Id="R4359b1be8d5d41ab" /><Relationship Type="http://schemas.openxmlformats.org/officeDocument/2006/relationships/slide" Target="/ppt/slides/slide5.xml" Id="Rbfa3864508994cb0" /><Relationship Type="http://schemas.openxmlformats.org/officeDocument/2006/relationships/slide" Target="/ppt/slides/slide6.xml" Id="R5d1975d46f6f4af5" /><Relationship Type="http://schemas.openxmlformats.org/officeDocument/2006/relationships/slide" Target="/ppt/slides/slide7.xml" Id="R62ddf1d3aa914b9c" /><Relationship Type="http://schemas.openxmlformats.org/officeDocument/2006/relationships/slide" Target="/ppt/slides/slide8.xml" Id="Re017e15942bc4035" /><Relationship Type="http://schemas.openxmlformats.org/officeDocument/2006/relationships/slide" Target="/ppt/slides/slide9.xml" Id="Ra7ddc03d716d49a2" /><Relationship Type="http://schemas.openxmlformats.org/officeDocument/2006/relationships/slide" Target="/ppt/slides/slide10.xml" Id="Rcfd7f4b76d664549" /><Relationship Type="http://schemas.openxmlformats.org/officeDocument/2006/relationships/slide" Target="/ppt/slides/slide11.xml" Id="Rf6deb5a0c5ac490f" /><Relationship Type="http://schemas.openxmlformats.org/officeDocument/2006/relationships/slide" Target="/ppt/slides/slide12.xml" Id="Rcd04bd9f73724cab" /><Relationship Type="http://schemas.openxmlformats.org/officeDocument/2006/relationships/slide" Target="/ppt/slides/slide13.xml" Id="R7287518a0bed4e10" /><Relationship Type="http://schemas.openxmlformats.org/officeDocument/2006/relationships/slide" Target="/ppt/slides/slide14.xml" Id="Rdaf8c746a85b40b4" /><Relationship Type="http://schemas.openxmlformats.org/officeDocument/2006/relationships/slide" Target="/ppt/slides/slide15.xml" Id="R95ebbdcb2d394234" /><Relationship Type="http://schemas.openxmlformats.org/officeDocument/2006/relationships/slide" Target="/ppt/slides/slide16.xml" Id="Re2cd9f30cb8c4ee7" /><Relationship Type="http://schemas.openxmlformats.org/officeDocument/2006/relationships/slide" Target="/ppt/slides/slide17.xml" Id="R7a2b9f1775c1473d" /><Relationship Type="http://schemas.openxmlformats.org/officeDocument/2006/relationships/slide" Target="/ppt/slides/slide18.xml" Id="R01baee87a2c14870" /><Relationship Type="http://schemas.openxmlformats.org/officeDocument/2006/relationships/slide" Target="/ppt/slides/slide19.xml" Id="R45b09b068783484b" /><Relationship Type="http://schemas.openxmlformats.org/officeDocument/2006/relationships/slide" Target="/ppt/slides/slide20.xml" Id="R5999edbb92234b9e" /><Relationship Type="http://schemas.openxmlformats.org/officeDocument/2006/relationships/slide" Target="/ppt/slides/slide21.xml" Id="R65056b57c48144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d178b2e41d45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b9d37b36b54c25" /><Relationship Type="http://schemas.openxmlformats.org/officeDocument/2006/relationships/notesMaster" Target="/ppt/notesMasters/notesMaster1.xml" Id="R49dc848c6c2e49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e8f66024534b53" /><Relationship Type="http://schemas.openxmlformats.org/officeDocument/2006/relationships/notesMaster" Target="/ppt/notesMasters/notesMaster1.xml" Id="Rd5f6e78ff57f46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021aef1af348ed" /><Relationship Type="http://schemas.openxmlformats.org/officeDocument/2006/relationships/notesMaster" Target="/ppt/notesMasters/notesMaster1.xml" Id="R0146634d77134a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27b72824a64c97" /><Relationship Type="http://schemas.openxmlformats.org/officeDocument/2006/relationships/notesMaster" Target="/ppt/notesMasters/notesMaster1.xml" Id="Ra0f34150992646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1e775185ec42c9" /><Relationship Type="http://schemas.openxmlformats.org/officeDocument/2006/relationships/notesMaster" Target="/ppt/notesMasters/notesMaster1.xml" Id="R45f8d156496945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7e3919bb5c4203" /><Relationship Type="http://schemas.openxmlformats.org/officeDocument/2006/relationships/notesMaster" Target="/ppt/notesMasters/notesMaster1.xml" Id="R9842eabadd3343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9d1408e93c4713" /><Relationship Type="http://schemas.openxmlformats.org/officeDocument/2006/relationships/notesMaster" Target="/ppt/notesMasters/notesMaster1.xml" Id="Raf41cbc993874d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b77393227d4292" /><Relationship Type="http://schemas.openxmlformats.org/officeDocument/2006/relationships/notesMaster" Target="/ppt/notesMasters/notesMaster1.xml" Id="Rc0c1ee24714344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cc74d534034994" /><Relationship Type="http://schemas.openxmlformats.org/officeDocument/2006/relationships/notesMaster" Target="/ppt/notesMasters/notesMaster1.xml" Id="R5d31ee21748343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6b5d1acd0e4458" /><Relationship Type="http://schemas.openxmlformats.org/officeDocument/2006/relationships/notesMaster" Target="/ppt/notesMasters/notesMaster1.xml" Id="R32b21c1a090d45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c4754146174fbb" /><Relationship Type="http://schemas.openxmlformats.org/officeDocument/2006/relationships/notesMaster" Target="/ppt/notesMasters/notesMaster1.xml" Id="R6d3204838e9948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40ff5f01d44ff0" /><Relationship Type="http://schemas.openxmlformats.org/officeDocument/2006/relationships/notesMaster" Target="/ppt/notesMasters/notesMaster1.xml" Id="R9023038b262b41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62b7b7c8fd494c" /><Relationship Type="http://schemas.openxmlformats.org/officeDocument/2006/relationships/notesMaster" Target="/ppt/notesMasters/notesMaster1.xml" Id="Raa0973be9ace43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c3d7338c844b84" /><Relationship Type="http://schemas.openxmlformats.org/officeDocument/2006/relationships/notesMaster" Target="/ppt/notesMasters/notesMaster1.xml" Id="R7d8ac487f25145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99e54cf5234863" /><Relationship Type="http://schemas.openxmlformats.org/officeDocument/2006/relationships/notesMaster" Target="/ppt/notesMasters/notesMaster1.xml" Id="Rab9add695a994a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3ee910f7ff4b7d" /><Relationship Type="http://schemas.openxmlformats.org/officeDocument/2006/relationships/notesMaster" Target="/ppt/notesMasters/notesMaster1.xml" Id="Rb7d4b10f779242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cd58ce029743b6" /><Relationship Type="http://schemas.openxmlformats.org/officeDocument/2006/relationships/notesMaster" Target="/ppt/notesMasters/notesMaster1.xml" Id="R512f5cf8ab1342c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26addef8034054" /><Relationship Type="http://schemas.openxmlformats.org/officeDocument/2006/relationships/notesMaster" Target="/ppt/notesMasters/notesMaster1.xml" Id="Rd84cf3c6554547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fc78ba082b24188" /><Relationship Type="http://schemas.openxmlformats.org/officeDocument/2006/relationships/notesMaster" Target="/ppt/notesMasters/notesMaster1.xml" Id="Rab7edf8ecce44af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cc7d02b28c46a2" /><Relationship Type="http://schemas.openxmlformats.org/officeDocument/2006/relationships/notesMaster" Target="/ppt/notesMasters/notesMaster1.xml" Id="Rac2919dafe09453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add07f39df64b95" /><Relationship Type="http://schemas.openxmlformats.org/officeDocument/2006/relationships/notesMaster" Target="/ppt/notesMasters/notesMaster1.xml" Id="Rcbad7f0126c449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 My Ride examines a narrow but costly moment: after an Uber is booked, the app can show a pin or even an arrived state, but rider and driver still may not know the exact workable meeting point. The goal is not to redesign every pickup. It is to identify when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want to be transparent about method. Synchronous interviews were not feasible in the time available, so I built a multilingual self-serve research app instead, with rider and driver branches, structured tags, and optional open-text or voice prompts. After removing one confirmed duplicate, the base is sixty-two unique respondents: fifty-eight riders, four drivers, thirty-three from Hyderabad, twenty-nine from other Indian cities. Thirty of them answered open-ended questions and eleven wrote extended accounts. The tradeoff is real: I could not probe a vague answer or follow up on a surprise. This is directional primary research with less depth per person than a moderated interview, and more breadth and language coverage.</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Desk research changes the framing. Uber already publishes Hyderabad airport pickup guidance, including D1 and in-app directions. Grab, Lyft, Waymo, and MyGate show useful patterns for venue guidance, structured handoffs, and accessible stops. These are precedents, not proof of local value. So the opportunity is better coverage, clarity, and recovery within real access and stopping constraints.</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market size I want to be direct about what I will not do. A credible estimate needs Hyderabad four-wheel pickup volume, the share starting at complex locations, and the share hitting real difficulty. None of those three is publicly available, so I am presenting the model and the missing denominator rather than inventing a TAM. What public data does give me is exposure: thirty million airport passengers a year, over four and a half lakh daily metro riders, and about one-point-three lakh a day at Secunderabad. And the segmentation that matters here is location type, not demographics.</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goal is to understand when the post-booking pickup becomes difficult, how people recover, and which failures most reduce reliability. The candidate outcome is a pickup completed without avoidable calls, location changes, extended waiting, or cancellation. Event logs could strengthen this, but only if those events are captured reliably.</a:t>
            </a:r>
          </a:p>
          <a:p xmlns:a="http://schemas.openxmlformats.org/drawingml/2006/main">
            <a:r>
              <a:t/>
            </a:r>
          </a:p>
          <a:p xmlns:a="http://schemas.openxmlformats.org/drawingml/2006/main">
            <a:r>
              <a:t>Sources:</a:t>
            </a:r>
          </a:p>
          <a:p xmlns:a="http://schemas.openxmlformats.org/drawingml/2006/main">
            <a:r>
              <a:t>Local evidence: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says the problem is meaningful but not universal. Twenty-four of fifty-one recent four-wheel users reported difficulty. Among the twenty-eight issue cases, twenty-three said it had happened before, twenty said calls or messages helped, and six said nothing helped. Recurrence means the problem happened before; it does not mean the same venue repeatedly failed.</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cases concentrate in complex environments: airports, gated residences, malls, offices, and stations. Calling is the dominant recovery action, followed by waiting and moving. That tells us the app often hands the final physical coordination step back to the rider and driver. The opportunity is to reduce that manual effort, not to assume the pin itself is always wrong.</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strategic direction is to make the fallback faster, not to redesign the map. Focus on complex locations where people already call, message, wait, or move. Avoid universal prompts, airport-only thinking, and assuming every cancellation is a location problem. The order shown is the order to test, not a committed build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test is a structured pre-arrival meeting note. It appears only at flagged complex locations and captures the gate, side, landmark, or waiting spot. This is grounded in existing behavior: one respondent already sends those details manually. The test is whether it reduces reactive calls, dwell time, location changes, and cancellations without adding friction to normal pickups.</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idea is guided stalled-pickup recovery. Start with reconnect actions and only test reassignment for unresolved cases, because reassignment affects drivers and marketplace cost. The third idea is venue-specific coordination information at two or three validated places. It is a hypothesis based on repeated issues and location concentration, not proof that the same venue repeatedly fails.</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to test the smallest coordination aid first, not to commit to a broad build. The research is directional: the interview requirement remains unmet, driver evidence is thin, and the sample is not representative. The highest-value next evidence is moderated rider and driver work plus trustworthy arrived-to-trip-start and coordination-event data at selected venues.</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ten questions behind the instrument, mapping to template section 1.1. They were asked asynchronously, so vague answers could not be probed.</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68e38b49244f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55fd5cead74a16" /><Relationship Type="http://schemas.openxmlformats.org/officeDocument/2006/relationships/slideLayout" Target="/ppt/slideLayouts/slideLayout1.xml" Id="R1ac87e3cc5dc40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c87e3cc5dc40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2c4ed5bca74c2c" /><Relationship Type="http://schemas.openxmlformats.org/officeDocument/2006/relationships/notesSlide" Target="/ppt/notesSlides/notesSlide1.xml" Id="Rcc0926aa65e349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41e5c6031d46ac" /><Relationship Type="http://schemas.openxmlformats.org/officeDocument/2006/relationships/image" Target="/ppt/media/image.png" Id="R18a654097c754a66" /><Relationship Type="http://schemas.openxmlformats.org/officeDocument/2006/relationships/hyperlink" Target="https://praveenveera.github.io/uber-pickup-survey/" TargetMode="External" Id="Re062c8df756e4fd9" /><Relationship Type="http://schemas.openxmlformats.org/officeDocument/2006/relationships/notesSlide" Target="/ppt/notesSlides/notesSlide2.xml" Id="Rde5b9aa19f5945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1bc30e728c44f6" /><Relationship Type="http://schemas.openxmlformats.org/officeDocument/2006/relationships/notesSlide" Target="/ppt/notesSlides/notesSlide3.xml" Id="R477edf888cf144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11e03413a542b9" /><Relationship Type="http://schemas.openxmlformats.org/officeDocument/2006/relationships/notesSlide" Target="/ppt/notesSlides/notesSlide4.xml" Id="Re58c0efc98e84f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4235e583ce4322" /><Relationship Type="http://schemas.openxmlformats.org/officeDocument/2006/relationships/notesSlide" Target="/ppt/notesSlides/notesSlide5.xml" Id="Rb6cf4dc9997b4c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f714a78b1f41f2" /><Relationship Type="http://schemas.openxmlformats.org/officeDocument/2006/relationships/notesSlide" Target="/ppt/notesSlides/notesSlide6.xml" Id="Rd5c51bf17ddf4b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9838dbe420b4986" /><Relationship Type="http://schemas.openxmlformats.org/officeDocument/2006/relationships/notesSlide" Target="/ppt/notesSlides/notesSlide7.xml" Id="R6deb1d35509546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6e23a505ef41f4" /><Relationship Type="http://schemas.openxmlformats.org/officeDocument/2006/relationships/notesSlide" Target="/ppt/notesSlides/notesSlide8.xml" Id="R55f90ed5f3a547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5d72c21636f4501" /><Relationship Type="http://schemas.openxmlformats.org/officeDocument/2006/relationships/notesSlide" Target="/ppt/notesSlides/notesSlide9.xml" Id="Re62c5887997942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a11589680b419e" /><Relationship Type="http://schemas.openxmlformats.org/officeDocument/2006/relationships/notesSlide" Target="/ppt/notesSlides/notesSlide10.xml" Id="R1dedce4668de40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8b7f2bccb74eb6" /><Relationship Type="http://schemas.openxmlformats.org/officeDocument/2006/relationships/notesSlide" Target="/ppt/notesSlides/notesSlide11.xml" Id="R96e6794f4e5c4b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8c9ecf5bba42ca" /><Relationship Type="http://schemas.openxmlformats.org/officeDocument/2006/relationships/notesSlide" Target="/ppt/notesSlides/notesSlide12.xml" Id="R9bb4f27c2c574f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da5f609e876490b" /><Relationship Type="http://schemas.openxmlformats.org/officeDocument/2006/relationships/image" Target="/ppt/media/image2.png" Id="R3ecff3e9d76f44f3" /><Relationship Type="http://schemas.openxmlformats.org/officeDocument/2006/relationships/image" Target="/ppt/media/image3.png" Id="Re49d6ed9974d409a" /><Relationship Type="http://schemas.openxmlformats.org/officeDocument/2006/relationships/notesSlide" Target="/ppt/notesSlides/notesSlide13.xml" Id="Rfa2dda81b2b444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c35e3aeeb7f4b70" /><Relationship Type="http://schemas.openxmlformats.org/officeDocument/2006/relationships/notesSlide" Target="/ppt/notesSlides/notesSlide14.xml" Id="Rdb05594ced4c47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5ea37eb03044b01" /><Relationship Type="http://schemas.openxmlformats.org/officeDocument/2006/relationships/notesSlide" Target="/ppt/notesSlides/notesSlide15.xml" Id="R5cc0b302136647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afaef849049421c" /><Relationship Type="http://schemas.openxmlformats.org/officeDocument/2006/relationships/notesSlide" Target="/ppt/notesSlides/notesSlide16.xml" Id="R499328fda18143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9bd60e6365c4d07" /><Relationship Type="http://schemas.openxmlformats.org/officeDocument/2006/relationships/notesSlide" Target="/ppt/notesSlides/notesSlide17.xml" Id="Rdbb1f7cff5c5448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286628c7794286" /><Relationship Type="http://schemas.openxmlformats.org/officeDocument/2006/relationships/notesSlide" Target="/ppt/notesSlides/notesSlide18.xml" Id="Ra4953c130e8f439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f1c0ae1ceac4f3c" /><Relationship Type="http://schemas.openxmlformats.org/officeDocument/2006/relationships/notesSlide" Target="/ppt/notesSlides/notesSlide19.xml" Id="R313f61e17dda4b2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26e0e2f224041ff" /><Relationship Type="http://schemas.openxmlformats.org/officeDocument/2006/relationships/notesSlide" Target="/ppt/notesSlides/notesSlide20.xml" Id="R672444fac14845d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de7bcabe3644f06" /><Relationship Type="http://schemas.openxmlformats.org/officeDocument/2006/relationships/notesSlide" Target="/ppt/notesSlides/notesSlide21.xml" Id="R1f8c6b39b31c471a"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13A6A66-6314-46D9-8E80-80276BF4FE64}"/>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542493D5-0478-4CA6-8772-831DB99960CA}"/>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C528895A-43E8-447F-AC44-7A1A7BAC5EB4}"/>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6D3988D0-4BB2-4661-B6D8-D0C81A1B4F95}"/>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6C6933-5214-403C-895F-7DAB5FDB36FF}"/>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6C08F6C3-91FE-4A91-9B8E-CF57E296C7F6}"/>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5926574F-556B-47ED-85CD-EB4A38CAB795}"/>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1AA0385-CA64-4BF3-B45E-6687990D639B}"/>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791CB544-AAC6-46BF-ACFC-9F154854B24E}"/>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6518F227-A970-42E7-9A87-F780CE045F46}"/>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B0BFD1F-DB45-4CAB-85B7-FF2BD0BA82CA}"/>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B6204B5A-A11E-4D93-88AC-88C5B733A1EE}"/>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293DBB35-4BAA-439E-964D-9C8A4678A066}"/>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0114E13-D817-4862-9D36-BE89C2C1DA1D}"/>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6340FA58-8EE9-4D35-BB95-BE171B77CC94}"/>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95B37C51-DA90-4191-9A7A-0F033A485CE8}"/>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80488058"/>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D79D573-2735-4CEF-9EBA-2A45785B37A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538CBE80-3488-44D2-8CFB-6F3337A9415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017409E0-EB80-42B5-8EFE-EFDF45EB52BB}"/>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762049A4-489C-4887-AAF1-E36BC6FDA477}"/>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2821678F-CA48-4FEC-80FB-30258BCEF264}"/>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D8B5B51C-7594-4C80-8E4A-384DB9AC6BDD}"/>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27739CAA-AF32-467C-AD47-03DE5B5A0C87}"/>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7D6C3445-58A5-4C78-B011-21CB5C6B4F34}"/>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9CB27C52-316F-417A-B14E-9FC0C4EDEB25}"/>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166B8AE6-2DDA-47A2-BD7F-4C4F9D428DBB}"/>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70C1EC66-72D8-42E0-93BC-5F4F676CB304}"/>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B7C12366-5269-4671-A863-DC15D1471403}"/>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9B6B76F5-A944-497E-89EE-B4C46542F56C}"/>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54EEE350-CBA3-4CEA-8325-1A5DD7D0C274}"/>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8a654097c754a66"/>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E0DF4A4D-35DB-4394-838F-965596CC5058}"/>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e062c8df756e4fd9"/>
              </a:rPr>
              <a:t>https://praveenveera.github.io/uber-pickup-survey/</a:t>
            </a:r>
          </a:p>
        </p:txBody>
      </p:sp>
      <p:sp>
        <p:nvSpPr>
          <p:cNvPr id="17" name="">
            <a:extLst xmlns:a="http://schemas.openxmlformats.org/drawingml/2006/main">
              <a:ext uri="{FF2B5EF4-FFF2-40B4-BE49-F238E27FC236}">
                <a16:creationId xmlns:a16="http://schemas.microsoft.com/office/drawing/2014/main" id="{04C339A3-23A1-4455-8EB0-3BF4DB251E20}"/>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2C89A7F6-D77C-47B6-991F-16B5B6EB62BB}"/>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3B00251C-271A-49BA-A45C-D618FE371BA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7855BC94-3B47-48E7-91B2-BB9F5E8242C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761903381"/>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617BE3A-9EDF-473D-B4F4-6C152FA8331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42412B9C-7390-4D25-9AFB-F4D8BD287C63}"/>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325DA3F3-7B83-494D-98B0-10050D6F097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4D3C4ACD-6E1D-4C9D-BC9F-95EE09A3E635}"/>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689686C2-197B-43BD-8AC3-8DAA636DD0CD}"/>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5255E37B-CC51-45F6-988B-AB1CCE66CF8E}"/>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EEA33026-4FB9-419E-A089-AAA0A51C9648}"/>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C35EA57-35E5-438A-A13C-ADF30E2B7645}"/>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8F72D768-E979-4110-934F-827B46055E8E}"/>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6C73000F-CFC3-4940-8516-C1761383FBA8}"/>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9E6822E7-B9C4-463F-9360-2BDE067D0B95}"/>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169BD5FC-F9F4-4901-AB8F-54B507E77E8F}"/>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5D1B4873-260C-41E5-B669-9A50FD5A363B}"/>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E0A2AAF-03FB-4D62-95ED-9BC8678B8E98}"/>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A07EFA5A-A1A5-4F6C-AA80-1AF43FD7B3F5}"/>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4FA43761-3245-419C-93F6-51C77209176E}"/>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CE24638-BB4E-48BA-A84F-953C7D45BB02}"/>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CDA3F3EA-AD0E-450F-9A8D-36D9F6826EF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A8F40A1E-22C4-47C3-A819-B472C453EF6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5365466"/>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7DA7FED-50EF-44FD-976B-C6FDF804EF1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F329336C-9CDA-452F-9242-22CFB6C045C6}"/>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1B4A4BB9-FD12-45A7-A516-B35DC6F201BD}"/>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5AF579E7-6AAF-46D8-A51F-32EA70802851}"/>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78F1A839-0684-48E7-8069-05681E2851F7}"/>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A3C96BC9-40F7-4B2D-B945-536D5DC82500}"/>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D7DDC27F-B5D8-481B-A3C8-BA8FBA678FF4}"/>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800C6D9-A7F7-44F7-B976-8CDE261B6EA4}"/>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15FAD366-5573-4416-94EB-9FC36D64679E}"/>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886E8B13-D199-4259-B080-0C69232C0A04}"/>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8DC71209-83A8-4A8A-9179-1721115B1312}"/>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49F7A5DB-D977-4557-8D1B-FB8BD2AA980E}"/>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61FBC8A7-266F-4045-9054-3DEC2EC10CE7}"/>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90B446E-BD76-4D35-B6D1-14AE237C35E8}"/>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A4E32390-67A4-4970-8C5F-15827E9CD433}"/>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9633CDC7-6ECD-4EFA-9ABC-DC5110499FA0}"/>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6E6B726-F16F-4E29-A718-FD55ACB6429C}"/>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52D393E5-783E-4CE5-ADEE-F8B756D94F9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13341CF6-0D5E-4E75-AB15-34B71839CAA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480911982"/>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57F0DDF-4C3F-4101-86D9-40C2A000709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GOAL</a:t>
            </a:r>
          </a:p>
        </p:txBody>
      </p:sp>
      <p:sp>
        <p:nvSpPr>
          <p:cNvPr id="2" name="">
            <a:extLst xmlns:a="http://schemas.openxmlformats.org/drawingml/2006/main">
              <a:ext uri="{FF2B5EF4-FFF2-40B4-BE49-F238E27FC236}">
                <a16:creationId xmlns:a16="http://schemas.microsoft.com/office/drawing/2014/main" id="{64B48A5E-86BD-4D19-8301-EAC66390B01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question and one honest measurement gap</a:t>
            </a:r>
          </a:p>
        </p:txBody>
      </p:sp>
      <p:sp>
        <p:nvSpPr>
          <p:cNvPr id="3" name="">
            <a:extLst xmlns:a="http://schemas.openxmlformats.org/drawingml/2006/main">
              <a:ext uri="{FF2B5EF4-FFF2-40B4-BE49-F238E27FC236}">
                <a16:creationId xmlns:a16="http://schemas.microsoft.com/office/drawing/2014/main" id="{54CF09BC-42D8-4E0A-B48D-D7F42B53C274}"/>
              </a:ext>
            </a:extLst>
          </p:cNvPr>
          <p:cNvSpPr>
            <a:spLocks xmlns:a="http://schemas.openxmlformats.org/drawingml/2006/main" noGrp="1"/>
          </p:cNvSpPr>
          <p:nvPr/>
        </p:nvSpPr>
        <p:spPr>
          <a:xfrm xmlns:a="http://schemas.openxmlformats.org/drawingml/2006/main">
            <a:off x="514350" y="1657350"/>
            <a:ext cx="10439400" cy="1066800"/>
          </a:xfrm>
          <a:prstGeom xmlns:a="http://schemas.openxmlformats.org/drawingml/2006/main" prst="roundRect">
            <a:avLst>
              <a:gd name="adj" fmla="val 5357"/>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5DC11E-126B-4F9B-9B7F-DE8A6E83BD97}"/>
              </a:ext>
            </a:extLst>
          </p:cNvPr>
          <p:cNvSpPr>
            <a:spLocks xmlns:a="http://schemas.openxmlformats.org/drawingml/2006/main" noGrp="1"/>
          </p:cNvSpPr>
          <p:nvPr/>
        </p:nvSpPr>
        <p:spPr>
          <a:xfrm xmlns:a="http://schemas.openxmlformats.org/drawingml/2006/main">
            <a:off x="781050" y="188595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2100" b="1" i="0">
                <a:solidFill>
                  <a:srgbClr val="FFFFFF"/>
                </a:solidFill>
                <a:latin typeface="Calibri"/>
                <a:ea typeface="Calibri"/>
                <a:cs typeface="Calibri"/>
              </a:defRPr>
            </a:pPr>
            <a:r>
              <a:rPr sz="2100" b="1" i="0">
                <a:solidFill>
                  <a:srgbClr val="FFFFFF"/>
                </a:solidFill>
                <a:latin typeface="Calibri"/>
                <a:ea typeface="Calibri"/>
                <a:cs typeface="Calibri"/>
              </a:rPr>
              <a:t>When a pickup becomes difficult, what breaks — and what do riders and drivers actually do to recover?</a:t>
            </a:r>
          </a:p>
        </p:txBody>
      </p:sp>
      <p:sp>
        <p:nvSpPr>
          <p:cNvPr id="5" name="">
            <a:extLst xmlns:a="http://schemas.openxmlformats.org/drawingml/2006/main">
              <a:ext uri="{FF2B5EF4-FFF2-40B4-BE49-F238E27FC236}">
                <a16:creationId xmlns:a16="http://schemas.microsoft.com/office/drawing/2014/main" id="{91CCF947-BC7D-43BA-8F0A-12EBE57C6D63}"/>
              </a:ext>
            </a:extLst>
          </p:cNvPr>
          <p:cNvSpPr>
            <a:spLocks xmlns:a="http://schemas.openxmlformats.org/drawingml/2006/main" noGrp="1"/>
          </p:cNvSpPr>
          <p:nvPr/>
        </p:nvSpPr>
        <p:spPr>
          <a:xfrm xmlns:a="http://schemas.openxmlformats.org/drawingml/2006/main">
            <a:off x="514350" y="3028950"/>
            <a:ext cx="5048250" cy="18097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9301BFD2-927F-49C3-AF34-D167205D6B9F}"/>
              </a:ext>
            </a:extLst>
          </p:cNvPr>
          <p:cNvSpPr>
            <a:spLocks xmlns:a="http://schemas.openxmlformats.org/drawingml/2006/main" noGrp="1"/>
          </p:cNvSpPr>
          <p:nvPr/>
        </p:nvSpPr>
        <p:spPr>
          <a:xfrm xmlns:a="http://schemas.openxmlformats.org/drawingml/2006/main">
            <a:off x="66675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CANDIDATE OUTCOME</a:t>
            </a:r>
          </a:p>
        </p:txBody>
      </p:sp>
      <p:sp>
        <p:nvSpPr>
          <p:cNvPr id="7" name="">
            <a:extLst xmlns:a="http://schemas.openxmlformats.org/drawingml/2006/main">
              <a:ext uri="{FF2B5EF4-FFF2-40B4-BE49-F238E27FC236}">
                <a16:creationId xmlns:a16="http://schemas.microsoft.com/office/drawing/2014/main" id="{D42E14AF-579D-4D8E-A9F4-033146B62D1C}"/>
              </a:ext>
            </a:extLst>
          </p:cNvPr>
          <p:cNvSpPr>
            <a:spLocks xmlns:a="http://schemas.openxmlformats.org/drawingml/2006/main" noGrp="1"/>
          </p:cNvSpPr>
          <p:nvPr/>
        </p:nvSpPr>
        <p:spPr>
          <a:xfrm xmlns:a="http://schemas.openxmlformats.org/drawingml/2006/main">
            <a:off x="66675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800" b="0" i="0">
                <a:solidFill>
                  <a:srgbClr val="233248"/>
                </a:solidFill>
                <a:latin typeface="Calibri"/>
                <a:ea typeface="Calibri"/>
                <a:cs typeface="Calibri"/>
              </a:defRPr>
            </a:pPr>
            <a:r>
              <a:rPr sz="1800" b="0" i="0">
                <a:solidFill>
                  <a:srgbClr val="233248"/>
                </a:solidFill>
                <a:latin typeface="Calibri"/>
                <a:ea typeface="Calibri"/>
                <a:cs typeface="Calibri"/>
              </a:rPr>
              <a:t>Pickups completed without avoidable calls, location changes, extended waiting, or cancellation.</a:t>
            </a:r>
          </a:p>
        </p:txBody>
      </p:sp>
      <p:sp>
        <p:nvSpPr>
          <p:cNvPr id="8" name="">
            <a:extLst xmlns:a="http://schemas.openxmlformats.org/drawingml/2006/main">
              <a:ext uri="{FF2B5EF4-FFF2-40B4-BE49-F238E27FC236}">
                <a16:creationId xmlns:a16="http://schemas.microsoft.com/office/drawing/2014/main" id="{7A45959E-194F-4046-9D9C-08B41752DE77}"/>
              </a:ext>
            </a:extLst>
          </p:cNvPr>
          <p:cNvSpPr>
            <a:spLocks xmlns:a="http://schemas.openxmlformats.org/drawingml/2006/main" noGrp="1"/>
          </p:cNvSpPr>
          <p:nvPr/>
        </p:nvSpPr>
        <p:spPr>
          <a:xfrm xmlns:a="http://schemas.openxmlformats.org/drawingml/2006/main">
            <a:off x="5905500" y="3028950"/>
            <a:ext cx="5048250" cy="1809750"/>
          </a:xfrm>
          <a:prstGeom xmlns:a="http://schemas.openxmlformats.org/drawingml/2006/main" prst="roundRect">
            <a:avLst>
              <a:gd name="adj" fmla="val 3158"/>
            </a:avLst>
          </a:prstGeom>
          <a:solidFill xmlns:a="http://schemas.openxmlformats.org/drawingml/2006/main">
            <a:srgbClr val="FBE7D8"/>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8D037150-ED00-4B5B-A884-7617A0D7C78C}"/>
              </a:ext>
            </a:extLst>
          </p:cNvPr>
          <p:cNvSpPr>
            <a:spLocks xmlns:a="http://schemas.openxmlformats.org/drawingml/2006/main" noGrp="1"/>
          </p:cNvSpPr>
          <p:nvPr/>
        </p:nvSpPr>
        <p:spPr>
          <a:xfrm xmlns:a="http://schemas.openxmlformats.org/drawingml/2006/main">
            <a:off x="605790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MEASUREMENT GAP</a:t>
            </a:r>
          </a:p>
        </p:txBody>
      </p:sp>
      <p:sp>
        <p:nvSpPr>
          <p:cNvPr id="10" name="">
            <a:extLst xmlns:a="http://schemas.openxmlformats.org/drawingml/2006/main">
              <a:ext uri="{FF2B5EF4-FFF2-40B4-BE49-F238E27FC236}">
                <a16:creationId xmlns:a16="http://schemas.microsoft.com/office/drawing/2014/main" id="{38309462-0AA6-4ABC-86B5-DD586D8A5741}"/>
              </a:ext>
            </a:extLst>
          </p:cNvPr>
          <p:cNvSpPr>
            <a:spLocks xmlns:a="http://schemas.openxmlformats.org/drawingml/2006/main" noGrp="1"/>
          </p:cNvSpPr>
          <p:nvPr/>
        </p:nvSpPr>
        <p:spPr>
          <a:xfrm xmlns:a="http://schemas.openxmlformats.org/drawingml/2006/main">
            <a:off x="605790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If reliable event logs exist, compare driver-arrived to trip-start dwell, calls/messages, location changes, and cancellations at complex locations.</a:t>
            </a:r>
          </a:p>
        </p:txBody>
      </p:sp>
      <p:sp>
        <p:nvSpPr>
          <p:cNvPr id="11" name="">
            <a:extLst xmlns:a="http://schemas.openxmlformats.org/drawingml/2006/main">
              <a:ext uri="{FF2B5EF4-FFF2-40B4-BE49-F238E27FC236}">
                <a16:creationId xmlns:a16="http://schemas.microsoft.com/office/drawing/2014/main" id="{BA8BF8F5-382F-42A5-BB74-20E61A73B7E4}"/>
              </a:ext>
            </a:extLst>
          </p:cNvPr>
          <p:cNvSpPr>
            <a:spLocks xmlns:a="http://schemas.openxmlformats.org/drawingml/2006/main" noGrp="1"/>
          </p:cNvSpPr>
          <p:nvPr/>
        </p:nvSpPr>
        <p:spPr>
          <a:xfrm xmlns:a="http://schemas.openxmlformats.org/drawingml/2006/main">
            <a:off x="514350" y="518160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00" b="0" i="1">
                <a:solidFill>
                  <a:srgbClr val="687489"/>
                </a:solidFill>
                <a:latin typeface="Calibri"/>
                <a:ea typeface="Calibri"/>
                <a:cs typeface="Calibri"/>
              </a:defRPr>
            </a:pPr>
            <a:r>
              <a:rPr sz="1500" b="0" i="1">
                <a:solidFill>
                  <a:srgbClr val="687489"/>
                </a:solidFill>
                <a:latin typeface="Calibri"/>
                <a:ea typeface="Calibri"/>
                <a:cs typeface="Calibri"/>
              </a:rPr>
              <a:t>This is a proposed measurement direction — not a confirmed Uber metric or a one-day data pull.</a:t>
            </a:r>
          </a:p>
        </p:txBody>
      </p:sp>
      <p:sp>
        <p:nvSpPr>
          <p:cNvPr id="12" name="">
            <a:extLst xmlns:a="http://schemas.openxmlformats.org/drawingml/2006/main">
              <a:ext uri="{FF2B5EF4-FFF2-40B4-BE49-F238E27FC236}">
                <a16:creationId xmlns:a16="http://schemas.microsoft.com/office/drawing/2014/main" id="{9B3878EE-F414-4CC9-9AE5-6C1974FC041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3" name="">
            <a:extLst xmlns:a="http://schemas.openxmlformats.org/drawingml/2006/main">
              <a:ext uri="{FF2B5EF4-FFF2-40B4-BE49-F238E27FC236}">
                <a16:creationId xmlns:a16="http://schemas.microsoft.com/office/drawing/2014/main" id="{9C5ACE51-C676-45A9-A783-6F75925EA45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636136971"/>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B012CC7-1CFA-40CE-815C-146391BEA20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WHAT THE EVIDENCE SHOWED</a:t>
            </a:r>
          </a:p>
        </p:txBody>
      </p:sp>
      <p:sp>
        <p:nvSpPr>
          <p:cNvPr id="2" name="">
            <a:extLst xmlns:a="http://schemas.openxmlformats.org/drawingml/2006/main">
              <a:ext uri="{FF2B5EF4-FFF2-40B4-BE49-F238E27FC236}">
                <a16:creationId xmlns:a16="http://schemas.microsoft.com/office/drawing/2014/main" id="{2EB46342-05B1-4A2B-8B56-0E3A138D81F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BEF0B972-9BDB-479D-8E39-BC5DDFA16050}"/>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9AD16B-83B0-4F63-85E1-7C52E6ABB263}"/>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5" name="">
            <a:extLst xmlns:a="http://schemas.openxmlformats.org/drawingml/2006/main">
              <a:ext uri="{FF2B5EF4-FFF2-40B4-BE49-F238E27FC236}">
                <a16:creationId xmlns:a16="http://schemas.microsoft.com/office/drawing/2014/main" id="{AED7C188-6647-4EF7-835F-4D6E4E4A175A}"/>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6" name="">
            <a:extLst xmlns:a="http://schemas.openxmlformats.org/drawingml/2006/main">
              <a:ext uri="{FF2B5EF4-FFF2-40B4-BE49-F238E27FC236}">
                <a16:creationId xmlns:a16="http://schemas.microsoft.com/office/drawing/2014/main" id="{B846BC0B-CFC2-463B-93A6-6A59E98B4BEB}"/>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2BF5517-4352-4470-9F62-19DA80C84E13}"/>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8" name="">
            <a:extLst xmlns:a="http://schemas.openxmlformats.org/drawingml/2006/main">
              <a:ext uri="{FF2B5EF4-FFF2-40B4-BE49-F238E27FC236}">
                <a16:creationId xmlns:a16="http://schemas.microsoft.com/office/drawing/2014/main" id="{14D8106E-51E6-4334-8F50-400547482B9C}"/>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9" name="">
            <a:extLst xmlns:a="http://schemas.openxmlformats.org/drawingml/2006/main">
              <a:ext uri="{FF2B5EF4-FFF2-40B4-BE49-F238E27FC236}">
                <a16:creationId xmlns:a16="http://schemas.microsoft.com/office/drawing/2014/main" id="{97C43504-0DCB-4F8B-BE32-8E190B04A5C9}"/>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EDF7826-41E1-41FF-88E7-0D217AB72615}"/>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1" name="">
            <a:extLst xmlns:a="http://schemas.openxmlformats.org/drawingml/2006/main">
              <a:ext uri="{FF2B5EF4-FFF2-40B4-BE49-F238E27FC236}">
                <a16:creationId xmlns:a16="http://schemas.microsoft.com/office/drawing/2014/main" id="{BA46C50D-C81F-4A11-A9FC-A9648AD35A03}"/>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2" name="">
            <a:extLst xmlns:a="http://schemas.openxmlformats.org/drawingml/2006/main">
              <a:ext uri="{FF2B5EF4-FFF2-40B4-BE49-F238E27FC236}">
                <a16:creationId xmlns:a16="http://schemas.microsoft.com/office/drawing/2014/main" id="{027254CC-2DDA-4412-8415-99880E606E53}"/>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2E23719-65DC-4D7D-A746-0AF46ED11576}"/>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4" name="">
            <a:extLst xmlns:a="http://schemas.openxmlformats.org/drawingml/2006/main">
              <a:ext uri="{FF2B5EF4-FFF2-40B4-BE49-F238E27FC236}">
                <a16:creationId xmlns:a16="http://schemas.microsoft.com/office/drawing/2014/main" id="{4AD5F2CC-FCA2-4929-974E-468D2F6EFF1A}"/>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5" name="">
            <a:extLst xmlns:a="http://schemas.openxmlformats.org/drawingml/2006/main">
              <a:ext uri="{FF2B5EF4-FFF2-40B4-BE49-F238E27FC236}">
                <a16:creationId xmlns:a16="http://schemas.microsoft.com/office/drawing/2014/main" id="{53F975C6-5376-4A6A-AC57-3F6474841D96}"/>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E870844-D1D5-4749-881E-4A9AD41AF6BC}"/>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7" name="">
            <a:extLst xmlns:a="http://schemas.openxmlformats.org/drawingml/2006/main">
              <a:ext uri="{FF2B5EF4-FFF2-40B4-BE49-F238E27FC236}">
                <a16:creationId xmlns:a16="http://schemas.microsoft.com/office/drawing/2014/main" id="{27B0C061-7CFF-4DEF-93B1-AA20CDD52E9F}"/>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8" name="">
            <a:extLst xmlns:a="http://schemas.openxmlformats.org/drawingml/2006/main">
              <a:ext uri="{FF2B5EF4-FFF2-40B4-BE49-F238E27FC236}">
                <a16:creationId xmlns:a16="http://schemas.microsoft.com/office/drawing/2014/main" id="{E16431C6-606D-40E6-891F-2A7752D9FD83}"/>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0DDD1BF-66FD-4DB1-B2A1-7B551BCB5BAE}"/>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0" name="">
            <a:extLst xmlns:a="http://schemas.openxmlformats.org/drawingml/2006/main">
              <a:ext uri="{FF2B5EF4-FFF2-40B4-BE49-F238E27FC236}">
                <a16:creationId xmlns:a16="http://schemas.microsoft.com/office/drawing/2014/main" id="{8CEFEC34-9F94-44A5-B33C-A7FB5CAB238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1" name="">
            <a:extLst xmlns:a="http://schemas.openxmlformats.org/drawingml/2006/main">
              <a:ext uri="{FF2B5EF4-FFF2-40B4-BE49-F238E27FC236}">
                <a16:creationId xmlns:a16="http://schemas.microsoft.com/office/drawing/2014/main" id="{F00B6C6A-3641-47E8-AB68-E4379441DBA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1390630636"/>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7089B15E-26E1-4D22-95DA-2DBD8EBA70B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EVIDENCE PATTERNS</a:t>
            </a:r>
          </a:p>
        </p:txBody>
      </p:sp>
      <p:sp>
        <p:nvSpPr>
          <p:cNvPr id="2" name="">
            <a:extLst xmlns:a="http://schemas.openxmlformats.org/drawingml/2006/main">
              <a:ext uri="{FF2B5EF4-FFF2-40B4-BE49-F238E27FC236}">
                <a16:creationId xmlns:a16="http://schemas.microsoft.com/office/drawing/2014/main" id="{31F5E6A4-F8B1-41E4-9847-A4886E4CA45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42548548-5353-458E-A342-BEB734DF924E}"/>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4" name="">
            <a:extLst xmlns:a="http://schemas.openxmlformats.org/drawingml/2006/main">
              <a:ext uri="{FF2B5EF4-FFF2-40B4-BE49-F238E27FC236}">
                <a16:creationId xmlns:a16="http://schemas.microsoft.com/office/drawing/2014/main" id="{481F9BEA-7D17-47FC-963E-B3220340FEBB}"/>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5" name="">
            <a:extLst xmlns:a="http://schemas.openxmlformats.org/drawingml/2006/main">
              <a:ext uri="{FF2B5EF4-FFF2-40B4-BE49-F238E27FC236}">
                <a16:creationId xmlns:a16="http://schemas.microsoft.com/office/drawing/2014/main" id="{74199278-05D4-4221-8E65-B452BA47862D}"/>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67FCC85-22BF-40F3-B93E-5D34948CC876}"/>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388F07-2D01-456B-8784-B9A77BC2782F}"/>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8" name="">
            <a:extLst xmlns:a="http://schemas.openxmlformats.org/drawingml/2006/main">
              <a:ext uri="{FF2B5EF4-FFF2-40B4-BE49-F238E27FC236}">
                <a16:creationId xmlns:a16="http://schemas.microsoft.com/office/drawing/2014/main" id="{4EDE6C18-7B21-4713-881E-16C0DCE83A7A}"/>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9" name="">
            <a:extLst xmlns:a="http://schemas.openxmlformats.org/drawingml/2006/main">
              <a:ext uri="{FF2B5EF4-FFF2-40B4-BE49-F238E27FC236}">
                <a16:creationId xmlns:a16="http://schemas.microsoft.com/office/drawing/2014/main" id="{21F97484-58E7-4406-873B-4F577A8AE10E}"/>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9467853-46BC-485D-AD2C-7CCD3FF7DD4F}"/>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3F4B6E3-B799-4A00-B62E-AEC5D9C262B6}"/>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2" name="">
            <a:extLst xmlns:a="http://schemas.openxmlformats.org/drawingml/2006/main">
              <a:ext uri="{FF2B5EF4-FFF2-40B4-BE49-F238E27FC236}">
                <a16:creationId xmlns:a16="http://schemas.microsoft.com/office/drawing/2014/main" id="{3EE9C601-3DDE-4429-9FE7-3F680325FFCD}"/>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3" name="">
            <a:extLst xmlns:a="http://schemas.openxmlformats.org/drawingml/2006/main">
              <a:ext uri="{FF2B5EF4-FFF2-40B4-BE49-F238E27FC236}">
                <a16:creationId xmlns:a16="http://schemas.microsoft.com/office/drawing/2014/main" id="{1D5A3EFB-8959-487A-94F7-C5E05BF22313}"/>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FFB4D0E-8460-40F7-8F19-DC125CFA2DB3}"/>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DBE6E97-0492-473E-B2CF-7A83E2B56F7B}"/>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6" name="">
            <a:extLst xmlns:a="http://schemas.openxmlformats.org/drawingml/2006/main">
              <a:ext uri="{FF2B5EF4-FFF2-40B4-BE49-F238E27FC236}">
                <a16:creationId xmlns:a16="http://schemas.microsoft.com/office/drawing/2014/main" id="{93B7DB19-D4CC-45F0-B00D-08D35E5A99D9}"/>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7" name="">
            <a:extLst xmlns:a="http://schemas.openxmlformats.org/drawingml/2006/main">
              <a:ext uri="{FF2B5EF4-FFF2-40B4-BE49-F238E27FC236}">
                <a16:creationId xmlns:a16="http://schemas.microsoft.com/office/drawing/2014/main" id="{2AB5A342-DB4F-498D-89F1-FB829D43969C}"/>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4DCF310-2E0F-4323-ACEF-99FC271E1ED2}"/>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1C02092-0E38-423A-87DB-8E48B2896067}"/>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0" name="">
            <a:extLst xmlns:a="http://schemas.openxmlformats.org/drawingml/2006/main">
              <a:ext uri="{FF2B5EF4-FFF2-40B4-BE49-F238E27FC236}">
                <a16:creationId xmlns:a16="http://schemas.microsoft.com/office/drawing/2014/main" id="{809E17EB-DF96-4B1F-9626-42A9AE24D6A8}"/>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1" name="">
            <a:extLst xmlns:a="http://schemas.openxmlformats.org/drawingml/2006/main">
              <a:ext uri="{FF2B5EF4-FFF2-40B4-BE49-F238E27FC236}">
                <a16:creationId xmlns:a16="http://schemas.microsoft.com/office/drawing/2014/main" id="{08F29893-40FD-42E9-89CA-E625DA03B493}"/>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7506A59-4C32-44C8-B6D9-82B0C72BB196}"/>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8C2FA15-4E4D-4F65-876C-AAEEDDC146C9}"/>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4" name="">
            <a:extLst xmlns:a="http://schemas.openxmlformats.org/drawingml/2006/main">
              <a:ext uri="{FF2B5EF4-FFF2-40B4-BE49-F238E27FC236}">
                <a16:creationId xmlns:a16="http://schemas.microsoft.com/office/drawing/2014/main" id="{4155B02A-00D2-482A-BAFF-50A87F8B3AC8}"/>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5" name="">
            <a:extLst xmlns:a="http://schemas.openxmlformats.org/drawingml/2006/main">
              <a:ext uri="{FF2B5EF4-FFF2-40B4-BE49-F238E27FC236}">
                <a16:creationId xmlns:a16="http://schemas.microsoft.com/office/drawing/2014/main" id="{21612365-41B8-4718-A4CF-81AB04246A56}"/>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5BE920D-2570-4BC6-AC4E-92D7B4A1C987}"/>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E0F35AF-6DEF-4D08-A10C-BEEB01D1D447}"/>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8" name="">
            <a:extLst xmlns:a="http://schemas.openxmlformats.org/drawingml/2006/main">
              <a:ext uri="{FF2B5EF4-FFF2-40B4-BE49-F238E27FC236}">
                <a16:creationId xmlns:a16="http://schemas.microsoft.com/office/drawing/2014/main" id="{77316D45-421A-43CC-891C-E3A5F5DEF925}"/>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29" name="">
            <a:extLst xmlns:a="http://schemas.openxmlformats.org/drawingml/2006/main">
              <a:ext uri="{FF2B5EF4-FFF2-40B4-BE49-F238E27FC236}">
                <a16:creationId xmlns:a16="http://schemas.microsoft.com/office/drawing/2014/main" id="{89883A79-1C65-4177-9D6E-95DAA96530C3}"/>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0" name="">
            <a:extLst xmlns:a="http://schemas.openxmlformats.org/drawingml/2006/main">
              <a:ext uri="{FF2B5EF4-FFF2-40B4-BE49-F238E27FC236}">
                <a16:creationId xmlns:a16="http://schemas.microsoft.com/office/drawing/2014/main" id="{FFD05658-F54F-4DF3-B7BB-62CC9073B887}"/>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90EA53B-DB16-4616-A204-CA223929243D}"/>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CAD80BA-953D-4E35-873C-3E9AA0990E50}"/>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3" name="">
            <a:extLst xmlns:a="http://schemas.openxmlformats.org/drawingml/2006/main">
              <a:ext uri="{FF2B5EF4-FFF2-40B4-BE49-F238E27FC236}">
                <a16:creationId xmlns:a16="http://schemas.microsoft.com/office/drawing/2014/main" id="{F79DE91F-B998-4243-ACF8-1522947DAD49}"/>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4" name="">
            <a:extLst xmlns:a="http://schemas.openxmlformats.org/drawingml/2006/main">
              <a:ext uri="{FF2B5EF4-FFF2-40B4-BE49-F238E27FC236}">
                <a16:creationId xmlns:a16="http://schemas.microsoft.com/office/drawing/2014/main" id="{BFD465DA-9AF3-4A84-B788-3857DC6CB42C}"/>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FC6C3A5-D7DC-431C-A13B-12B22A4E01B5}"/>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D982093-5BF3-4746-B8D8-A39997DCE04B}"/>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7" name="">
            <a:extLst xmlns:a="http://schemas.openxmlformats.org/drawingml/2006/main">
              <a:ext uri="{FF2B5EF4-FFF2-40B4-BE49-F238E27FC236}">
                <a16:creationId xmlns:a16="http://schemas.microsoft.com/office/drawing/2014/main" id="{49E08A1A-141D-4FBA-A7F0-8613C8A5B948}"/>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8" name="">
            <a:extLst xmlns:a="http://schemas.openxmlformats.org/drawingml/2006/main">
              <a:ext uri="{FF2B5EF4-FFF2-40B4-BE49-F238E27FC236}">
                <a16:creationId xmlns:a16="http://schemas.microsoft.com/office/drawing/2014/main" id="{F5BCDE86-B260-4827-919C-8ECB9C0C22BD}"/>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EFCEA62-E308-4B14-A8FF-779F36EDC46F}"/>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CA04AD3-B816-4A21-B341-F148F9D9B101}"/>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1" name="">
            <a:extLst xmlns:a="http://schemas.openxmlformats.org/drawingml/2006/main">
              <a:ext uri="{FF2B5EF4-FFF2-40B4-BE49-F238E27FC236}">
                <a16:creationId xmlns:a16="http://schemas.microsoft.com/office/drawing/2014/main" id="{1BEA9EE9-592E-4D50-9382-07FCB7AE60AF}"/>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2" name="">
            <a:extLst xmlns:a="http://schemas.openxmlformats.org/drawingml/2006/main">
              <a:ext uri="{FF2B5EF4-FFF2-40B4-BE49-F238E27FC236}">
                <a16:creationId xmlns:a16="http://schemas.microsoft.com/office/drawing/2014/main" id="{74331C0A-B695-45E7-BBFB-461B4F8EFD65}"/>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0E0A39B5-86F5-49B4-83DD-A4B57B9BC8B8}"/>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A36EB8F-C5E4-4C23-B40B-5419FE4895F8}"/>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5" name="">
            <a:extLst xmlns:a="http://schemas.openxmlformats.org/drawingml/2006/main">
              <a:ext uri="{FF2B5EF4-FFF2-40B4-BE49-F238E27FC236}">
                <a16:creationId xmlns:a16="http://schemas.microsoft.com/office/drawing/2014/main" id="{D340B0B2-8E6F-4B2D-8FCF-0C903E3CBFB4}"/>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6" name="">
            <a:extLst xmlns:a="http://schemas.openxmlformats.org/drawingml/2006/main">
              <a:ext uri="{FF2B5EF4-FFF2-40B4-BE49-F238E27FC236}">
                <a16:creationId xmlns:a16="http://schemas.microsoft.com/office/drawing/2014/main" id="{FC7DAC47-2A0C-4B6F-ACFD-0513AC36F36D}"/>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D28FBEC-0D4F-40F0-A0B6-183F52E3F8B6}"/>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AEC24740-256D-468E-928F-0BE287D33404}"/>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49" name="">
            <a:extLst xmlns:a="http://schemas.openxmlformats.org/drawingml/2006/main">
              <a:ext uri="{FF2B5EF4-FFF2-40B4-BE49-F238E27FC236}">
                <a16:creationId xmlns:a16="http://schemas.microsoft.com/office/drawing/2014/main" id="{966F7C5C-9964-4845-AFDB-78A7D3AA4983}"/>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0" name="">
            <a:extLst xmlns:a="http://schemas.openxmlformats.org/drawingml/2006/main">
              <a:ext uri="{FF2B5EF4-FFF2-40B4-BE49-F238E27FC236}">
                <a16:creationId xmlns:a16="http://schemas.microsoft.com/office/drawing/2014/main" id="{FB34D91B-B71A-414A-8883-E8D5BF90A68B}"/>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E1AEC6A9-FC1D-4CD5-A3B3-BC3C5F7F2080}"/>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A989D7E-999E-4232-9BE1-76429A438ECF}"/>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3" name="">
            <a:extLst xmlns:a="http://schemas.openxmlformats.org/drawingml/2006/main">
              <a:ext uri="{FF2B5EF4-FFF2-40B4-BE49-F238E27FC236}">
                <a16:creationId xmlns:a16="http://schemas.microsoft.com/office/drawing/2014/main" id="{DD8FE5E7-9F6A-4DDA-BCD9-DAD31AF7CC5A}"/>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E05FDDC-090F-4C74-8025-3A4242C844AC}"/>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5" name="">
            <a:extLst xmlns:a="http://schemas.openxmlformats.org/drawingml/2006/main">
              <a:ext uri="{FF2B5EF4-FFF2-40B4-BE49-F238E27FC236}">
                <a16:creationId xmlns:a16="http://schemas.microsoft.com/office/drawing/2014/main" id="{88991ACF-BA2A-4656-A4FB-7223FF357C6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6" name="">
            <a:extLst xmlns:a="http://schemas.openxmlformats.org/drawingml/2006/main">
              <a:ext uri="{FF2B5EF4-FFF2-40B4-BE49-F238E27FC236}">
                <a16:creationId xmlns:a16="http://schemas.microsoft.com/office/drawing/2014/main" id="{5DB9A1B1-9111-4011-9F94-E3FA0EEAF7F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73733325"/>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D92C0A8-9EDA-43FF-9C05-51073F2D2B0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STRATEGY IMPLICATION</a:t>
            </a:r>
          </a:p>
        </p:txBody>
      </p:sp>
      <p:sp>
        <p:nvSpPr>
          <p:cNvPr id="2" name="">
            <a:extLst xmlns:a="http://schemas.openxmlformats.org/drawingml/2006/main">
              <a:ext uri="{FF2B5EF4-FFF2-40B4-BE49-F238E27FC236}">
                <a16:creationId xmlns:a16="http://schemas.microsoft.com/office/drawing/2014/main" id="{E178A836-848B-42B5-A749-CCABD0BE86F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023955BC-2B58-43C2-BD5C-02181D416302}"/>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E86FFFC-AAD1-4218-B61D-687200064F7F}"/>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CA2B0A03-500B-4E5D-8F11-B61E65865423}"/>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FB54844D-1406-4F82-8B8E-20BDDA77DFD1}"/>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03BCD959-DF5E-495D-9A21-9435823D2591}"/>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DO</a:t>
            </a:r>
          </a:p>
        </p:txBody>
      </p:sp>
      <p:sp>
        <p:nvSpPr>
          <p:cNvPr id="8" name="">
            <a:extLst xmlns:a="http://schemas.openxmlformats.org/drawingml/2006/main">
              <a:ext uri="{FF2B5EF4-FFF2-40B4-BE49-F238E27FC236}">
                <a16:creationId xmlns:a16="http://schemas.microsoft.com/office/drawing/2014/main" id="{7E4CCF03-5703-4EA6-8608-2C684ECCA8AA}"/>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Test an early handoff note, a guided stalled-pickup recovery flow, and venue-specific coordination information — in that order.</a:t>
            </a:r>
          </a:p>
        </p:txBody>
      </p:sp>
      <p:sp>
        <p:nvSpPr>
          <p:cNvPr id="9" name="">
            <a:extLst xmlns:a="http://schemas.openxmlformats.org/drawingml/2006/main">
              <a:ext uri="{FF2B5EF4-FFF2-40B4-BE49-F238E27FC236}">
                <a16:creationId xmlns:a16="http://schemas.microsoft.com/office/drawing/2014/main" id="{F9373CAE-3535-4B3A-AC9E-1081B35A2727}"/>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85822628-003B-42E3-B332-5E9234EF7257}"/>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FC3C00A9-0846-447C-89D8-8AF17AD9F120}"/>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DDFE5BA5-4E76-4597-A9A6-B457B9BB37DD}"/>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009D1B12-1D4D-428C-B4C7-D8543E57197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75EA5B0D-16BE-444F-8C0F-0164A110193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511617101"/>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4F44C79-EB01-48EC-89FB-91A70C27C61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 1</a:t>
            </a:r>
          </a:p>
        </p:txBody>
      </p:sp>
      <p:sp>
        <p:nvSpPr>
          <p:cNvPr id="2" name="">
            <a:extLst xmlns:a="http://schemas.openxmlformats.org/drawingml/2006/main">
              <a:ext uri="{FF2B5EF4-FFF2-40B4-BE49-F238E27FC236}">
                <a16:creationId xmlns:a16="http://schemas.microsoft.com/office/drawing/2014/main" id="{D0F4B3BC-A581-4BBF-8A8C-148AC4DBA2CA}"/>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6B9A2645-7CCA-4A61-A0AE-6CD9E8DECE71}"/>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47D1ED8E-C11F-4826-B0E0-83C0344DA436}"/>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3A636ED2-AC44-49F3-A72E-396A940BB566}"/>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5CAA3130-194B-4C51-8690-6D6BE449AA34}"/>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D259EA04-B53D-4F0B-B38D-47B893684D72}"/>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E9136D78-25E7-4F4E-B5DF-425F3B56F5A5}"/>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7C4F89EC-15AF-490B-B118-F35DA8C88C78}"/>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88C78CB9-2470-47FC-AD6D-1A86CD8895D9}"/>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EB7E4522-18D7-4372-8E4F-0CB91571D8D5}"/>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38B7A81F-13BF-49D4-951C-1BE8AAA3B71B}"/>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6ECBE6B5-A429-479A-AFA9-A205C88206FE}"/>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BFE29640-49C1-49E5-B1E1-EC2C00498B16}"/>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A7D4B151-3C4F-4454-AD03-EF00FED7CA99}"/>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8503A0F8-91EF-44DC-9CD4-C333E017912C}"/>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E4FD478-A607-4BB6-A479-1260C5312520}"/>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56F62262-EAEC-4E90-BF9C-A446C1FC486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A575A24A-5703-415C-ADC8-E90287060D0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1502560002"/>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71A056-E2C7-4738-B236-88D3947EB11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IDEAS 2 AND 3</a:t>
            </a:r>
          </a:p>
        </p:txBody>
      </p:sp>
      <p:sp>
        <p:nvSpPr>
          <p:cNvPr id="2" name="">
            <a:extLst xmlns:a="http://schemas.openxmlformats.org/drawingml/2006/main">
              <a:ext uri="{FF2B5EF4-FFF2-40B4-BE49-F238E27FC236}">
                <a16:creationId xmlns:a16="http://schemas.microsoft.com/office/drawing/2014/main" id="{4614B41F-CAAE-4437-BF77-C90FCCF3B71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A352B9E3-FD15-4917-B11C-46801EAB4499}"/>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5EE41F21-4607-4331-80D6-22CBC3F3C557}"/>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2 · GUIDED STALLED-PICKUP RECOVERY</a:t>
            </a:r>
          </a:p>
        </p:txBody>
      </p:sp>
      <p:sp>
        <p:nvSpPr>
          <p:cNvPr id="5" name="">
            <a:extLst xmlns:a="http://schemas.openxmlformats.org/drawingml/2006/main">
              <a:ext uri="{FF2B5EF4-FFF2-40B4-BE49-F238E27FC236}">
                <a16:creationId xmlns:a16="http://schemas.microsoft.com/office/drawing/2014/main" id="{511F4D0B-FA73-4022-9252-8F0349E3CB2D}"/>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1A95CB42-7F96-4E6A-9525-916FB8855ED9}"/>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3F00C034-7A06-43C8-A97C-68BC891A46F0}"/>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3 · VENUE-SPECIFIC COORDINATION INFORMATION</a:t>
            </a:r>
          </a:p>
        </p:txBody>
      </p:sp>
      <p:sp>
        <p:nvSpPr>
          <p:cNvPr id="8" name="">
            <a:extLst xmlns:a="http://schemas.openxmlformats.org/drawingml/2006/main">
              <a:ext uri="{FF2B5EF4-FFF2-40B4-BE49-F238E27FC236}">
                <a16:creationId xmlns:a16="http://schemas.microsoft.com/office/drawing/2014/main" id="{AF919FE0-0082-45C3-9B47-DA5F50ABAB76}"/>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96B35E4B-7F8D-4D7C-80AB-72C81463A14E}"/>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58F0413-AFDB-424D-A734-11640A841DDA}"/>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DFF639B6-CD18-4489-B6C0-6EFDDA2F868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1A053C6B-14E8-4623-9872-7CBEA65812F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72970130"/>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AD290F6-45AB-4277-B777-C8C75A5D59E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A2FE8390-4C99-4340-898F-4572BD6CEE7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8FC895FD-F35E-43E4-8169-EDF86029174A}"/>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66D0F4-2697-4CB0-BAA0-5A9D1E1AC1F9}"/>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04C0C675-8196-4211-9ECB-B835671CDC75}"/>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6B58D873-ED7B-4111-9C5D-421258A21F26}"/>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BFBFA89E-BF10-4EBB-952F-0422B320A77D}"/>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F788E877-2A94-489E-90AC-45E9458CDEE7}"/>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DB59A5B1-6DF6-462B-AAC1-1A6D507798EC}"/>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26896982-FBF7-4E50-A303-04400DFE4319}"/>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EB9AD6A3-7A39-41C6-9C3D-D2751DD96078}"/>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3E65916D-A5B9-4A3C-99E0-89FBB77A83A0}"/>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2322067E-A10D-4EDA-BA62-BE919781D29D}"/>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01F347F5-6664-4AAA-88A8-2E471CABD387}"/>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E7C29E82-C13F-4A93-85DE-2F571769FEF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D7352AA6-DEA1-4CAC-8C67-E3CE7A31280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1699082106"/>
      </p:ext>
    </p:extLst>
  </p:cSld>
</p:sld>
</file>

<file path=ppt/slides/slide12.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19E6EA-CE6D-40A4-8E27-A3A6EE59C8C4}"/>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408E3218-A7FB-41F1-9881-79864209F85A}"/>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E34E03F1-4B6E-421E-A701-F77F6E7FEDE9}"/>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DD6C69F5-BC21-4194-934B-D39C39BDAE5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774CDEC2-8492-4529-BBAE-1EE94C0527E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1370810206"/>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8CA7B2-0123-4B29-8287-972B0AF5C2B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5EDA2A8E-1336-49D9-832B-3ED4A7DA253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6AC6A7D7-A58A-4F34-A2F3-14545F7BAC32}"/>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D142A694-5129-499D-BB6F-DE672D549C73}"/>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ecff3e9d76f44f3"/>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8D63BC2-EAAC-49D4-B85F-90C72259807F}"/>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49d6ed9974d409a"/>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323A009-5A26-442C-9064-6DD87F5F53DB}"/>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BA89BFC3-847D-4EEF-A58D-33F9F4C7A8B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BCDB0F5F-2C97-4479-8B2E-70BE0EE692E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318115468"/>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92024A-1EFE-4008-B103-E5F8175DA41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KEY RESEARCH QUESTIONS</a:t>
            </a:r>
          </a:p>
        </p:txBody>
      </p:sp>
      <p:sp>
        <p:nvSpPr>
          <p:cNvPr id="2" name="">
            <a:extLst xmlns:a="http://schemas.openxmlformats.org/drawingml/2006/main">
              <a:ext uri="{FF2B5EF4-FFF2-40B4-BE49-F238E27FC236}">
                <a16:creationId xmlns:a16="http://schemas.microsoft.com/office/drawing/2014/main" id="{A2E272EC-C71B-42D8-B561-DFEA02D71C6C}"/>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The ten questions the instrument asked</a:t>
            </a:r>
          </a:p>
        </p:txBody>
      </p:sp>
      <p:sp>
        <p:nvSpPr>
          <p:cNvPr id="3" name="">
            <a:extLst xmlns:a="http://schemas.openxmlformats.org/drawingml/2006/main">
              <a:ext uri="{FF2B5EF4-FFF2-40B4-BE49-F238E27FC236}">
                <a16:creationId xmlns:a16="http://schemas.microsoft.com/office/drawing/2014/main" id="{50B278A4-ACD3-4238-A853-1C9FD499173B}"/>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Template section 1.1 — asked asynchronously, without live follow-up.</a:t>
            </a:r>
          </a:p>
        </p:txBody>
      </p:sp>
      <p:sp>
        <p:nvSpPr>
          <p:cNvPr id="4" name="">
            <a:extLst xmlns:a="http://schemas.openxmlformats.org/drawingml/2006/main">
              <a:ext uri="{FF2B5EF4-FFF2-40B4-BE49-F238E27FC236}">
                <a16:creationId xmlns:a16="http://schemas.microsoft.com/office/drawing/2014/main" id="{D515DD33-A48A-414F-8DF0-AD3701D8405A}"/>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D4B0AFD4-EAD3-42A2-A85D-AF352AA327B5}"/>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03DACDD-7F9B-4BB8-A5C6-979710D76F93}"/>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The four narrative prompts were optional in the interface, and the form could not ask a follow-up when an answer was vague.</a:t>
            </a:r>
          </a:p>
        </p:txBody>
      </p:sp>
      <p:sp>
        <p:nvSpPr>
          <p:cNvPr id="7" name="">
            <a:extLst xmlns:a="http://schemas.openxmlformats.org/drawingml/2006/main">
              <a:ext uri="{FF2B5EF4-FFF2-40B4-BE49-F238E27FC236}">
                <a16:creationId xmlns:a16="http://schemas.microsoft.com/office/drawing/2014/main" id="{0ACB27F0-4EF5-425F-B152-86E4C893B61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8" name="">
            <a:extLst xmlns:a="http://schemas.openxmlformats.org/drawingml/2006/main">
              <a:ext uri="{FF2B5EF4-FFF2-40B4-BE49-F238E27FC236}">
                <a16:creationId xmlns:a16="http://schemas.microsoft.com/office/drawing/2014/main" id="{D18E770A-8013-44B0-B4B8-EC46C926659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766877974"/>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D3FEE1-0950-4E21-A237-E7FE4E4A876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EADFCF33-917A-4F0F-8157-6A183178935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5CE27005-6E53-4C7F-B906-142F143C6B84}"/>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DF88462D-E754-4DAD-8D34-AD1269E82B04}"/>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AB0BDCE0-4D96-4BA5-B0EF-E54320CD6FAD}"/>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327AAEFB-7EFE-444A-A5FF-F32DC19C498F}"/>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CA2AA999-4C30-4B51-BA30-BB308C23DFC7}"/>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5EA8F77-D1A4-4DB4-9A05-7D9BEFFCF196}"/>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0F260713-E661-40A8-932B-F1A15C7EF364}"/>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DDC52739-EF4B-463E-9F75-FF1EAB13CBAE}"/>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702DE7E8-4693-4388-80BF-6F00D2E1C90F}"/>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B5A400A5-555D-4FBE-BABA-078FB5F95502}"/>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EC4F24E3-979C-4A22-825C-D9B7A7418DD3}"/>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F585DDF-D8BE-4F94-8957-F9DA1895CFCC}"/>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5490E0C0-5160-4C42-9805-7C03B27111F6}"/>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43EFD1A-CAE5-4CBE-A51A-60D751BE14D8}"/>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349B5F95-8D99-41E2-951F-1FA30EDBC81A}"/>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AA5A8884-17DD-4D05-BF23-5DBAC754293F}"/>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B573985B-D299-4EE4-B55E-AEA08286C174}"/>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F50EC6-AEA0-4659-8F6E-5CF9CA36C172}"/>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D627BE78-4DBE-497B-ACB8-931750D266FE}"/>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927DC0A8-48A3-4AB9-BE41-03358DA56B18}"/>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05D9A5E6-C147-4536-BDED-FF2AEE7B1DD8}"/>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CE4D5DE9-800B-4F99-A366-0FCE3F5DCEDA}"/>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80AEF21D-2E89-4DFA-9BEE-6DC5676869E2}"/>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E455825-74D7-469E-A0CD-9B723381E0C3}"/>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BB918602-3B38-4E57-B179-55311D0B6266}"/>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ED9E45DB-0DC1-4C99-B161-CC151C1DA0F4}"/>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1748BC1E-982C-4C1B-9499-7334D264662A}"/>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F01AC6DB-E663-4ED9-B826-AC394225EC43}"/>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1B41C3CB-5E60-419E-9DCB-817157ABFD56}"/>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7B07A15-3621-413E-9C2F-EFFEDBAAFCF7}"/>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756067A7-E758-4426-8C01-785DF0FB0B6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04FED71C-3DAA-42B3-9B3B-611F1F5FBB1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1672992149"/>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9332688-6C49-4178-AFA2-E59D951FEEB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674ED61C-6E03-4CC9-84A9-D2DE66871EE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FB79A677-34ED-4716-9CB8-00FC9159E0D5}"/>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52A6C961-D457-447A-8C00-D8F0E98BA423}"/>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7387B97C-0746-4EE5-88A8-20AF46AA4975}"/>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F4055A0B-D1A9-419C-801E-6FBE4B9C6472}"/>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92444581-DF03-470F-9A2D-B8F2C04F6E9B}"/>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D5BB26-2FC3-4CC4-9C1A-7DFBBE51FD89}"/>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C2134CEA-4ECC-4BF6-B019-CB01EEF58CB5}"/>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5B07BB9-8CE4-434E-BB08-168F73BE1BAC}"/>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AB0F556D-B23A-43EA-AAEC-5C24CCA25745}"/>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40A6ACA6-09CB-4DDD-A6BF-AFEEB10A0684}"/>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96072659-D7B9-4EB6-95E0-11B3955C9A9D}"/>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724D889-F457-4091-8127-10CBDDF2F11D}"/>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114F2808-8DC8-4D34-A6C9-019B6AEBAA9A}"/>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114842D-ACFC-469B-BC1D-470ED018C31B}"/>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2E6D4711-3E44-41C8-94F0-D98A62E7FA92}"/>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8425B0DE-16CB-41B5-A89D-EB8D43C61AF1}"/>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F303F99C-4694-4DA1-A99B-EF062576BACE}"/>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8E04775-4AC5-4058-A88A-48A88903A497}"/>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C9572714-1836-49D7-8C1B-7E922430974A}"/>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C026EB9F-FAFA-4665-8A7F-7A06036B19BA}"/>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A1F01EA1-B0AF-4DDF-BA7E-61C5C26CAE43}"/>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8C69DEBE-25EE-4A61-B711-35B77544D3A8}"/>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3B650E02-B1CE-4C16-BD6A-5473ACF70E16}"/>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8E342CA-6CA3-4345-A8B3-0701576D5EE3}"/>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2F009680-7684-429C-A2FF-80083A5155CE}"/>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C78D7B7-ACCF-4159-AC08-632C43AD8958}"/>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DE0244C5-DB78-426C-8A73-45CDE07CFCF8}"/>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8C251F0F-9008-4232-A200-F180FB4470CE}"/>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B9EEE268-F54B-43D4-8396-05C4CA6A67D0}"/>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4C60E51-34B3-4D93-994A-659BD4FC0448}"/>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1E959496-09BA-494F-994A-5158F83ACD0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F3DF69DA-1E3C-42A3-B874-A22DABE9CD1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392381424"/>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B3E1654A-229E-4E06-8F16-71A2CDFC066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A341DEE9-F52D-4156-860A-51AE62FDCD3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362E1989-8FA0-4EC0-B1C1-AA372A58D588}"/>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80650241-DD2F-4A22-AB9B-59769CE038DF}"/>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D302CAFD-EDEB-4588-A74D-348FEA709224}"/>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4A064CB5-D9AE-4F61-8A4D-54E5C229927D}"/>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BD87EA50-517B-486F-A1AE-F40D808420C5}"/>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1C888F15-3E5F-4531-AED5-A1ECC72F147C}"/>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73343B4C-B455-4E25-B344-C0348CDD3372}"/>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918266F1-089E-47AA-89EC-52E4C418C3AE}"/>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8A48A3DE-BD2A-49D5-ABBE-EA468AB54B16}"/>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11FCDCE1-90E6-485E-A573-5BDD5C87B3F5}"/>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CBB0FC1D-DDF3-40FD-A61C-BB6D83D25BF0}"/>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688FF76B-1970-41BB-88E4-B04C7A1BE754}"/>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C1212981-690E-4F1D-84CE-8DE64E47855B}"/>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5F8AB401-A9D6-46AE-839C-BE81B5F46E49}"/>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B4523673-77AF-4857-9E6E-AD9FAC52DCB6}"/>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8A589436-A990-4D41-8D4F-6D29A6509F91}"/>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206A5DAA-0E62-45EF-A2FF-AF812D9A9F09}"/>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DF138EEF-1D58-48C3-8913-9620166540C1}"/>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1BD7FB6A-FAF7-45A1-AFF9-86DFB98FF9C6}"/>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0DF2B6AA-46D9-457B-B532-D8131D75841C}"/>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3D54D719-8CE3-4668-A2B9-035F0783C34D}"/>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3E3F9E74-BD3C-46D7-BD57-766F97F29A20}"/>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E47FFFE0-F9C7-4C27-BC76-BE44927D893A}"/>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7617EC1C-9B95-4F2E-AFA7-06173C6074CB}"/>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97AA197F-DE3A-4DBF-B580-539D7E44C560}"/>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D6FC5D45-06D4-47E5-92AF-AAE3D6CC16AB}"/>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E8B401C2-7A89-4605-989B-AD04CF98B648}"/>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BA8C48E3-9B3F-4B65-8981-B8663DB2BDA6}"/>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9D7962AA-94CC-48D1-8B6F-D0BE74FC8498}"/>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B247B341-C755-4608-99A4-9AA5B88E5D22}"/>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2347A417-2D68-4C1B-BD2A-E69AD664BC3A}"/>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5832D31E-1323-411E-A8F2-3E6A70E315F0}"/>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9BC8ED90-4291-4AC1-8188-36DACC41F70E}"/>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A8039DED-3E05-4FF4-A1D1-60388B0E8A97}"/>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F6C9B3EE-64D5-47E6-A44B-66887C87D357}"/>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8B32EF65-3A7C-4A78-9B3B-6A3C9561948B}"/>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1E09EFE1-B735-4BB0-A7A2-817F1F911FFB}"/>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119199F2-DCE4-4446-9DC6-001F4F9A30EE}"/>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B8923A36-1D13-48C0-8099-406D1C3730ED}"/>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C00D4DE2-C3BA-4BE9-B19A-0958B21D75B3}"/>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45B67ED9-9824-43A7-AB5E-716E587AB2EF}"/>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80D65F1B-DC37-44A8-A6CC-739A00724A5E}"/>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628E18C5-78E2-4EF3-A55D-BA00FA6E1DFA}"/>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FCC364FE-E56A-4457-B391-40F4FCC37BF3}"/>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E45A8044-4EBA-4DA0-A065-8E23310EABB1}"/>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69BB1BD5-8A02-4A41-A277-01ABACB7B46A}"/>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FAADCBDF-9883-48E7-8AF3-C165BFFB68FF}"/>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82F5C328-1578-4255-8D7B-F7F600FD6566}"/>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9F4E4A2B-FAB6-4104-8433-F541BDC77A5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98240114-4336-439A-AFE7-8922BA7AC81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553569512"/>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5BEEAD0-DDBF-41CF-A88E-B7C01840145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STRATEGY RECONCILIATION</a:t>
            </a:r>
          </a:p>
        </p:txBody>
      </p:sp>
      <p:sp>
        <p:nvSpPr>
          <p:cNvPr id="2" name="">
            <a:extLst xmlns:a="http://schemas.openxmlformats.org/drawingml/2006/main">
              <a:ext uri="{FF2B5EF4-FFF2-40B4-BE49-F238E27FC236}">
                <a16:creationId xmlns:a16="http://schemas.microsoft.com/office/drawing/2014/main" id="{72FB269B-6231-40E1-9959-F92AA830F29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36832EB6-5B73-4268-B9B6-821C412EA56E}"/>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6EA2108-9AE5-4E8D-A0A8-EDBCA651AE88}"/>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04948858-F213-42E6-9B37-D874B196F015}"/>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A9F65028-E50B-4A65-B2A1-F8280A7AF97A}"/>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7AAD3522-7A8A-40B3-B281-A5BBB9D923B4}"/>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26722922-6209-4BC6-80D2-A069F4ECFE26}"/>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3EC1CF7B-AEB9-4C8E-9E99-7B57D7B98BF1}"/>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75640E7-0FF4-455F-818A-5066772993AD}"/>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8CE46D55-A42B-4F5D-AA2A-AE96459512DE}"/>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563644BD-FBAC-48D3-825D-94567908879D}"/>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B15009D5-8550-4B6A-8CB4-0CDEEFA7AE87}"/>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63511603-D1D7-484E-94DE-91237CD89BB7}"/>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250CCC4E-4485-49F8-865A-6EC90A989BC0}"/>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68FB2C24-6CE7-4EFD-BA21-D8D450B7A988}"/>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19982657-D365-4259-8145-CADA78DF2851}"/>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E7E4CC58-1EE0-4D92-A438-56A9EF1D1B6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853E61FC-077A-42B7-BF34-9BAF6E473DA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257406676"/>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4498185-D4E5-4F33-B280-8383BF4AB27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IDEA TEST PLAN</a:t>
            </a:r>
          </a:p>
        </p:txBody>
      </p:sp>
      <p:sp>
        <p:nvSpPr>
          <p:cNvPr id="2" name="">
            <a:extLst xmlns:a="http://schemas.openxmlformats.org/drawingml/2006/main">
              <a:ext uri="{FF2B5EF4-FFF2-40B4-BE49-F238E27FC236}">
                <a16:creationId xmlns:a16="http://schemas.microsoft.com/office/drawing/2014/main" id="{2EB60C3E-9D8F-4390-850F-B6F34EF4024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2EC57E62-B488-45F8-AAE3-384E73CC3746}"/>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9D730D37-04BB-40D9-8847-E716950AFB71}"/>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C7F5B8AC-EFB7-4558-8F9F-D86DDAD2C4B2}"/>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2FC79A32-932A-472B-977E-3681AC4F5A9B}"/>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3CE13F64-86E0-45E9-959D-833D3DD2D4FB}"/>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A0DA7BF8-89A9-4E7D-AD6E-C637BB54D447}"/>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4DAAE9BF-BD50-489D-A338-3A26583F2037}"/>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FCD3CAA-04EB-4413-9835-1645D91D640D}"/>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0E2568B1-38CB-4BE2-9D9A-80052C66AF6E}"/>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304B8CD0-9768-4EF6-9DCD-5E46EC5F3A8F}"/>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9710801C-CB9C-432A-900D-7D52E70A8B14}"/>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8EB3599B-5F09-4EF8-82F9-4F1E6DCCBC54}"/>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1</a:t>
            </a:r>
          </a:p>
        </p:txBody>
      </p:sp>
      <p:sp>
        <p:nvSpPr>
          <p:cNvPr id="15" name="">
            <a:extLst xmlns:a="http://schemas.openxmlformats.org/drawingml/2006/main">
              <a:ext uri="{FF2B5EF4-FFF2-40B4-BE49-F238E27FC236}">
                <a16:creationId xmlns:a16="http://schemas.microsoft.com/office/drawing/2014/main" id="{9BCEBECB-F1CB-4A35-AC35-193EEB3FA784}"/>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87CC01E6-A954-4CF5-B6FC-54210816C731}"/>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37E07935-06BD-40B3-A962-58001BB89D28}"/>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8BA96B1E-F97F-446D-935E-A1282BBAAE76}"/>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EEC30196-FCA5-4F27-BAA2-E04044CD9EC2}"/>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0108B56B-3970-4192-9CD2-E358A2A3CF9F}"/>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FFFE1B57-2FA3-4604-8709-4F61389EA2AD}"/>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9324B9AF-22CF-4376-9462-30E38C7E7E52}"/>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55246198-308C-4856-89F5-5D0702D316E5}"/>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04637B35-7FAD-4CA9-903C-AC1F89522BFC}"/>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2</a:t>
            </a:r>
          </a:p>
        </p:txBody>
      </p:sp>
      <p:sp>
        <p:nvSpPr>
          <p:cNvPr id="25" name="">
            <a:extLst xmlns:a="http://schemas.openxmlformats.org/drawingml/2006/main">
              <a:ext uri="{FF2B5EF4-FFF2-40B4-BE49-F238E27FC236}">
                <a16:creationId xmlns:a16="http://schemas.microsoft.com/office/drawing/2014/main" id="{ECA5C19C-D50A-4F58-8DB6-8DA4C7BF1FD8}"/>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FD589084-64A7-4F88-A101-297A4F0765EC}"/>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04CBB4E4-831A-4F85-AC56-92EEC87D3365}"/>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2EEA9D01-91BB-476D-AC5E-7A2FBAA26F89}"/>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425470AD-70A1-4F2A-8A56-27F3FE68B73C}"/>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21971CD0-60FF-4C77-BC2C-559E65DC9DB0}"/>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4DEC0453-96BD-4C1F-8424-A41B48599157}"/>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618F7499-9B35-4EFF-A03A-5C917A6ADFDC}"/>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508A41B9-435B-4342-ABFE-9E82F1A29723}"/>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47F5C52B-2529-4D0F-9C23-AD924C119902}"/>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3</a:t>
            </a:r>
          </a:p>
        </p:txBody>
      </p:sp>
      <p:sp>
        <p:nvSpPr>
          <p:cNvPr id="35" name="">
            <a:extLst xmlns:a="http://schemas.openxmlformats.org/drawingml/2006/main">
              <a:ext uri="{FF2B5EF4-FFF2-40B4-BE49-F238E27FC236}">
                <a16:creationId xmlns:a16="http://schemas.microsoft.com/office/drawing/2014/main" id="{7CAB72EF-2C17-4293-89D7-89273E7FA730}"/>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8183637D-DC6F-4F10-959B-BF69DCFE4357}"/>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C22CDB47-2B81-41EA-ABDB-AB1C11FCDD5B}"/>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07262BF2-D067-4159-8E4F-3EBF3A93CF11}"/>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2B1C03BE-56D7-4670-BA38-B1D85608B1C3}"/>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74F47F8E-7530-448A-A2A1-D165CE7768EF}"/>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69289149-7357-45C2-A8C9-6E15796FA7F5}"/>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9C4AF605-EE01-4626-A8D3-EF886093E96E}"/>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5A0BE5CA-057D-42A3-8297-315674EA1D52}"/>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EF69CF8-071F-4720-A87E-B897BAAF235B}"/>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4B3F3A75-2527-4723-92F4-97C081FA5F4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C6A73EF4-0764-4413-85DE-EAF81BEF9D4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733869837"/>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C9FAA6-95D1-4C2F-BA8A-49F3D846AC1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40CAA16A-A340-452F-A3A2-310C72043CD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C61D46F3-0D2F-4A2A-A5FC-EA75C9EBF38B}"/>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075A25E3-2670-45C3-8D7B-1F4DBF8731C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EEA72906-62DF-42B2-966F-92D60AE4243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1023730110"/>
      </p:ext>
    </p:extLst>
  </p:cSld>
</p:sld>
</file>

<file path=ppt/slides/slide2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BF34B90-A97A-4895-8007-A2842ECF8EBD}"/>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F69BF34C-804E-4188-873A-8ABD75F2B3CF}"/>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AC418A63-2EE4-4D5A-B920-0839F2F36EAE}"/>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5FBA3558-CC40-4AE3-A4B3-54D9EBD3772A}"/>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B36622E0-5BBE-47B3-AFF7-EAF2283FBA1C}"/>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F1815028-FEBE-4C8A-A94C-A88F654BB080}"/>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D72E491B-9C60-4ECA-88DB-21628E4ED3A2}"/>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9F0D2F83-CBB4-485D-B1F0-1016FA01E0AA}"/>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7412A734-E900-4DE3-90FC-449F017C8F82}"/>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E3FCA719-CF32-41A5-A676-29B39B7FC473}"/>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368FAB85-922E-45F6-B2EE-28EDBB768497}"/>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E66C459E-C7F9-440C-BDDB-28ABEB8BFFA1}"/>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AC59DE7B-9B48-4A53-8157-F434A1E1F9F0}"/>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B468D74A-D8AF-449F-B8C1-AAFA17EEB660}"/>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86E6D6DD-4ECA-474B-8BE7-F2367D553CDB}"/>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38A7B626-CF50-41DE-B982-287A19C4BC1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C14607D0-9649-41B5-814E-CD28EF0A8D2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1686279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2026-09-18T14:37:50.7770000Z</dcterms:created>
  <dcterms:modified xsi:type="dcterms:W3CDTF">2026-09-18T14:37:50.7770000Z</dcterms:modified>
</coreProperties>
</file>