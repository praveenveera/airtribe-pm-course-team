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8a4ead251e436f" /><Relationship Type="http://schemas.openxmlformats.org/officeDocument/2006/relationships/extended-properties" Target="/docProps/app.xml" Id="R13616771aedb45e7" /><Relationship Type="http://schemas.openxmlformats.org/officeDocument/2006/relationships/officeDocument" Target="/ppt/presentation.xml" Id="R5136013a7c824657" /></Relationships>
</file>

<file path=ppt/presentation.xml><?xml version="1.0" encoding="utf-8"?>
<p:presentation xmlns:p="http://schemas.openxmlformats.org/presentationml/2006/main">
  <p:sldMasterIdLst>
    <p:sldMasterId xmlns:r="http://schemas.openxmlformats.org/officeDocument/2006/relationships" id="2147483648" r:id="Ra6ccc5fea72146f9"/>
  </p:sldMasterIdLst>
  <p:notesMasterIdLst>
    <p:notesMasterId xmlns:r="http://schemas.openxmlformats.org/officeDocument/2006/relationships" r:id="Rd76db5b348d34f5a"/>
  </p:notesMasterIdLst>
  <p:sldIdLst>
    <p:sldId xmlns:r="http://schemas.openxmlformats.org/officeDocument/2006/relationships" id="256" r:id="R3ac8e3dd4c0a4c9b"/>
    <p:sldId xmlns:r="http://schemas.openxmlformats.org/officeDocument/2006/relationships" id="257" r:id="Rfed311087369437e"/>
    <p:sldId xmlns:r="http://schemas.openxmlformats.org/officeDocument/2006/relationships" id="258" r:id="R1ca900f60f8d4159"/>
    <p:sldId xmlns:r="http://schemas.openxmlformats.org/officeDocument/2006/relationships" id="259" r:id="R4e00e42219074977"/>
    <p:sldId xmlns:r="http://schemas.openxmlformats.org/officeDocument/2006/relationships" id="260" r:id="Re9ada442f0e74320"/>
    <p:sldId xmlns:r="http://schemas.openxmlformats.org/officeDocument/2006/relationships" id="261" r:id="Rcca442f419224362"/>
    <p:sldId xmlns:r="http://schemas.openxmlformats.org/officeDocument/2006/relationships" id="262" r:id="R9d898822a3a44ba0"/>
    <p:sldId xmlns:r="http://schemas.openxmlformats.org/officeDocument/2006/relationships" id="263" r:id="Rba2eaf2031404e1d"/>
    <p:sldId xmlns:r="http://schemas.openxmlformats.org/officeDocument/2006/relationships" id="264" r:id="R2919cf3e97f84f05"/>
    <p:sldId xmlns:r="http://schemas.openxmlformats.org/officeDocument/2006/relationships" id="265" r:id="R325ee88298bd48e1"/>
    <p:sldId xmlns:r="http://schemas.openxmlformats.org/officeDocument/2006/relationships" id="266" r:id="R02db4823fac64a28"/>
    <p:sldId xmlns:r="http://schemas.openxmlformats.org/officeDocument/2006/relationships" id="267" r:id="Rd8509b34da074d2c"/>
    <p:sldId xmlns:r="http://schemas.openxmlformats.org/officeDocument/2006/relationships" id="268" r:id="R557f41fa6c7d4800"/>
    <p:sldId xmlns:r="http://schemas.openxmlformats.org/officeDocument/2006/relationships" id="269" r:id="Rfae4c5db6b954729"/>
    <p:sldId xmlns:r="http://schemas.openxmlformats.org/officeDocument/2006/relationships" id="270" r:id="R9b859c9ce33a4467"/>
    <p:sldId xmlns:r="http://schemas.openxmlformats.org/officeDocument/2006/relationships" id="271" r:id="R3a0c739958c24ed6"/>
    <p:sldId xmlns:r="http://schemas.openxmlformats.org/officeDocument/2006/relationships" id="272" r:id="R9491f763f73a4389"/>
    <p:sldId xmlns:r="http://schemas.openxmlformats.org/officeDocument/2006/relationships" id="273" r:id="Re452d59207c54b1c"/>
    <p:sldId xmlns:r="http://schemas.openxmlformats.org/officeDocument/2006/relationships" id="274" r:id="Rc02cb3068163490a"/>
    <p:sldId xmlns:r="http://schemas.openxmlformats.org/officeDocument/2006/relationships" id="275" r:id="R7f4175ea0b2b4121"/>
    <p:sldId xmlns:r="http://schemas.openxmlformats.org/officeDocument/2006/relationships" id="276" r:id="Re165cde3d0d94999"/>
    <p:sldId xmlns:r="http://schemas.openxmlformats.org/officeDocument/2006/relationships" id="277" r:id="Rc871780a65ad491c"/>
    <p:sldId xmlns:r="http://schemas.openxmlformats.org/officeDocument/2006/relationships" id="278" r:id="Rf10e373ef6144d69"/>
    <p:sldId xmlns:r="http://schemas.openxmlformats.org/officeDocument/2006/relationships" id="279" r:id="R8538ab0e49b344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ac4b1a93944702" /><Relationship Type="http://schemas.openxmlformats.org/officeDocument/2006/relationships/slideMaster" Target="/ppt/slideMasters/slideMaster1.xml" Id="Ra6ccc5fea72146f9" /><Relationship Type="http://schemas.openxmlformats.org/officeDocument/2006/relationships/notesMaster" Target="/ppt/notesMasters/notesMaster1.xml" Id="Rd76db5b348d34f5a" /><Relationship Type="http://schemas.openxmlformats.org/officeDocument/2006/relationships/presProps" Target="/ppt/presProps.xml" Id="Rb2ae7654814f4cfd" /><Relationship Type="http://schemas.openxmlformats.org/officeDocument/2006/relationships/tableStyles" Target="/ppt/tableStyles.xml" Id="R9e890a65903440c9" /><Relationship Type="http://schemas.openxmlformats.org/officeDocument/2006/relationships/slide" Target="/ppt/slides/slide1.xml" Id="R3ac8e3dd4c0a4c9b" /><Relationship Type="http://schemas.openxmlformats.org/officeDocument/2006/relationships/slide" Target="/ppt/slides/slide2.xml" Id="Rfed311087369437e" /><Relationship Type="http://schemas.openxmlformats.org/officeDocument/2006/relationships/slide" Target="/ppt/slides/slide3.xml" Id="R1ca900f60f8d4159" /><Relationship Type="http://schemas.openxmlformats.org/officeDocument/2006/relationships/slide" Target="/ppt/slides/slide4.xml" Id="R4e00e42219074977" /><Relationship Type="http://schemas.openxmlformats.org/officeDocument/2006/relationships/slide" Target="/ppt/slides/slide5.xml" Id="Re9ada442f0e74320" /><Relationship Type="http://schemas.openxmlformats.org/officeDocument/2006/relationships/slide" Target="/ppt/slides/slide6.xml" Id="Rcca442f419224362" /><Relationship Type="http://schemas.openxmlformats.org/officeDocument/2006/relationships/slide" Target="/ppt/slides/slide7.xml" Id="R9d898822a3a44ba0" /><Relationship Type="http://schemas.openxmlformats.org/officeDocument/2006/relationships/slide" Target="/ppt/slides/slide8.xml" Id="Rba2eaf2031404e1d" /><Relationship Type="http://schemas.openxmlformats.org/officeDocument/2006/relationships/slide" Target="/ppt/slides/slide9.xml" Id="R2919cf3e97f84f05" /><Relationship Type="http://schemas.openxmlformats.org/officeDocument/2006/relationships/slide" Target="/ppt/slides/slide10.xml" Id="R325ee88298bd48e1" /><Relationship Type="http://schemas.openxmlformats.org/officeDocument/2006/relationships/slide" Target="/ppt/slides/slide11.xml" Id="R02db4823fac64a28" /><Relationship Type="http://schemas.openxmlformats.org/officeDocument/2006/relationships/slide" Target="/ppt/slides/slide12.xml" Id="Rd8509b34da074d2c" /><Relationship Type="http://schemas.openxmlformats.org/officeDocument/2006/relationships/slide" Target="/ppt/slides/slide13.xml" Id="R557f41fa6c7d4800" /><Relationship Type="http://schemas.openxmlformats.org/officeDocument/2006/relationships/slide" Target="/ppt/slides/slide14.xml" Id="Rfae4c5db6b954729" /><Relationship Type="http://schemas.openxmlformats.org/officeDocument/2006/relationships/slide" Target="/ppt/slides/slide15.xml" Id="R9b859c9ce33a4467" /><Relationship Type="http://schemas.openxmlformats.org/officeDocument/2006/relationships/slide" Target="/ppt/slides/slide16.xml" Id="R3a0c739958c24ed6" /><Relationship Type="http://schemas.openxmlformats.org/officeDocument/2006/relationships/slide" Target="/ppt/slides/slide17.xml" Id="R9491f763f73a4389" /><Relationship Type="http://schemas.openxmlformats.org/officeDocument/2006/relationships/slide" Target="/ppt/slides/slide18.xml" Id="Re452d59207c54b1c" /><Relationship Type="http://schemas.openxmlformats.org/officeDocument/2006/relationships/slide" Target="/ppt/slides/slide19.xml" Id="Rc02cb3068163490a" /><Relationship Type="http://schemas.openxmlformats.org/officeDocument/2006/relationships/slide" Target="/ppt/slides/slide20.xml" Id="R7f4175ea0b2b4121" /><Relationship Type="http://schemas.openxmlformats.org/officeDocument/2006/relationships/slide" Target="/ppt/slides/slide21.xml" Id="Re165cde3d0d94999" /><Relationship Type="http://schemas.openxmlformats.org/officeDocument/2006/relationships/slide" Target="/ppt/slides/slide22.xml" Id="Rc871780a65ad491c" /><Relationship Type="http://schemas.openxmlformats.org/officeDocument/2006/relationships/slide" Target="/ppt/slides/slide23.xml" Id="Rf10e373ef6144d69" /><Relationship Type="http://schemas.openxmlformats.org/officeDocument/2006/relationships/slide" Target="/ppt/slides/slide24.xml" Id="R8538ab0e49b344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501a43055046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4fb78777254b06" /><Relationship Type="http://schemas.openxmlformats.org/officeDocument/2006/relationships/notesMaster" Target="/ppt/notesMasters/notesMaster1.xml" Id="Rdceddd69a7fa44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ec2cfe99584ee0" /><Relationship Type="http://schemas.openxmlformats.org/officeDocument/2006/relationships/notesMaster" Target="/ppt/notesMasters/notesMaster1.xml" Id="R383bae6a085241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7ef93ab5474ac6" /><Relationship Type="http://schemas.openxmlformats.org/officeDocument/2006/relationships/notesMaster" Target="/ppt/notesMasters/notesMaster1.xml" Id="R505fd5cfc68649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33f1d4b7114fd4" /><Relationship Type="http://schemas.openxmlformats.org/officeDocument/2006/relationships/notesMaster" Target="/ppt/notesMasters/notesMaster1.xml" Id="Rbc65f675634840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959429ac1e4f55" /><Relationship Type="http://schemas.openxmlformats.org/officeDocument/2006/relationships/notesMaster" Target="/ppt/notesMasters/notesMaster1.xml" Id="R3a5cd342954347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c0588ad4cc47ff" /><Relationship Type="http://schemas.openxmlformats.org/officeDocument/2006/relationships/notesMaster" Target="/ppt/notesMasters/notesMaster1.xml" Id="R3d3fa1a71b8146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fa799f4ee742bd" /><Relationship Type="http://schemas.openxmlformats.org/officeDocument/2006/relationships/notesMaster" Target="/ppt/notesMasters/notesMaster1.xml" Id="R2a209ce4e07448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67d6b874614d6f" /><Relationship Type="http://schemas.openxmlformats.org/officeDocument/2006/relationships/notesMaster" Target="/ppt/notesMasters/notesMaster1.xml" Id="R397c4b8dc08c4f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fecfe6c3834967" /><Relationship Type="http://schemas.openxmlformats.org/officeDocument/2006/relationships/notesMaster" Target="/ppt/notesMasters/notesMaster1.xml" Id="Ra6a8477342cf48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314044066c40c3" /><Relationship Type="http://schemas.openxmlformats.org/officeDocument/2006/relationships/notesMaster" Target="/ppt/notesMasters/notesMaster1.xml" Id="R9a82448cec3c45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ca58895b494c68" /><Relationship Type="http://schemas.openxmlformats.org/officeDocument/2006/relationships/notesMaster" Target="/ppt/notesMasters/notesMaster1.xml" Id="R01526c867f084a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5014278b5a44b9" /><Relationship Type="http://schemas.openxmlformats.org/officeDocument/2006/relationships/notesMaster" Target="/ppt/notesMasters/notesMaster1.xml" Id="R546cd79507ef40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6ec54115af47eb" /><Relationship Type="http://schemas.openxmlformats.org/officeDocument/2006/relationships/notesMaster" Target="/ppt/notesMasters/notesMaster1.xml" Id="Rfe95793132cf41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c7289544b24e53" /><Relationship Type="http://schemas.openxmlformats.org/officeDocument/2006/relationships/notesMaster" Target="/ppt/notesMasters/notesMaster1.xml" Id="Rba84702962f54b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1258bfcf9f4ae5" /><Relationship Type="http://schemas.openxmlformats.org/officeDocument/2006/relationships/notesMaster" Target="/ppt/notesMasters/notesMaster1.xml" Id="R05d5c5b2a40a44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51005303a34e3a" /><Relationship Type="http://schemas.openxmlformats.org/officeDocument/2006/relationships/notesMaster" Target="/ppt/notesMasters/notesMaster1.xml" Id="R9adda799e3a747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31495c534d438e" /><Relationship Type="http://schemas.openxmlformats.org/officeDocument/2006/relationships/notesMaster" Target="/ppt/notesMasters/notesMaster1.xml" Id="Rd8b5f8518f964a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94e3fcf86340c0" /><Relationship Type="http://schemas.openxmlformats.org/officeDocument/2006/relationships/notesMaster" Target="/ppt/notesMasters/notesMaster1.xml" Id="R13493b26fa6645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1de71c18994f6e" /><Relationship Type="http://schemas.openxmlformats.org/officeDocument/2006/relationships/notesMaster" Target="/ppt/notesMasters/notesMaster1.xml" Id="R6723427c0b6943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04c26fdfcc47a4" /><Relationship Type="http://schemas.openxmlformats.org/officeDocument/2006/relationships/notesMaster" Target="/ppt/notesMasters/notesMaster1.xml" Id="Rbd7b59db7547404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6fc0eaf10946b0" /><Relationship Type="http://schemas.openxmlformats.org/officeDocument/2006/relationships/notesMaster" Target="/ppt/notesMasters/notesMaster1.xml" Id="Rf6705b2c6941444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10c39812b0c4a6c" /><Relationship Type="http://schemas.openxmlformats.org/officeDocument/2006/relationships/notesMaster" Target="/ppt/notesMasters/notesMaster1.xml" Id="Rda4a28f945e54eb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399fb0a5f94c87" /><Relationship Type="http://schemas.openxmlformats.org/officeDocument/2006/relationships/notesMaster" Target="/ppt/notesMasters/notesMaster1.xml" Id="Rbc0a02f356a44d4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fc86547f8384cf4" /><Relationship Type="http://schemas.openxmlformats.org/officeDocument/2006/relationships/notesMaster" Target="/ppt/notesMasters/notesMaster1.xml" Id="R5a93a073535a44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the stressful moment when a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English, Telugu, and Hindi, with separate rider and driver questions.</a:t>
            </a:r>
          </a:p>
          <a:p xmlns:a="http://schemas.openxmlformats.org/drawingml/2006/main">
            <a:r>
              <a:t/>
            </a:r>
          </a:p>
          <a:p xmlns:a="http://schemas.openxmlformats.org/drawingml/2006/main">
            <a:r>
              <a:t>After removing one duplicate, I had sixty-two responses: fifty-eight riders and four drivers. Thirty people wrote answers, and eleven shared detailed experiences. This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pictures, and access information. These are possible approaches, but they do not prove local demand. The opportunity is better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 The survey points to airports, gated communities, malls, offices, and stations.</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recover today. The rider is the main user, and the driver is also affected. Success means fewer calls and a faster trip start.</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Before writing the statement, I checked five questions. Who? A rider at a complex pickup, with the driver also affected. What? No shared meeting point. Where? Airports, gated homes, malls, offices, and stations. When? As the driver approaches or arrives. Why? The extra coordination creates waiting and delay.</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Framework adapted from the user-provided 5W problem-framing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final statement is this. At selected complex locations, a generally correct pin may still fail to create one shared meeting point. This causes calls, waiting, movement, and delay. It does not apply to every ride. The survey is directional, so interviews and stronger driver evidence are still needed.</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Format adapted from the user-provided What Makes a Good Problem Statement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it before. Twenty said calling or messaging helped, while six said nothing helped. These numbers describe this sample only, not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fa7d528b904a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2ef2f555bc4166" /><Relationship Type="http://schemas.openxmlformats.org/officeDocument/2006/relationships/slideLayout" Target="/ppt/slideLayouts/slideLayout1.xml" Id="Rc0e5241a107e48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e5241a107e48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e9d94e2da14109" /><Relationship Type="http://schemas.openxmlformats.org/officeDocument/2006/relationships/notesSlide" Target="/ppt/notesSlides/notesSlide1.xml" Id="R922616e67c854a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05bad562744340" /><Relationship Type="http://schemas.openxmlformats.org/officeDocument/2006/relationships/image" Target="/ppt/media/image.png" Id="R2ba91dd2b8e64a04" /><Relationship Type="http://schemas.openxmlformats.org/officeDocument/2006/relationships/hyperlink" Target="https://praveenveera.github.io/uber-pickup-survey/" TargetMode="External" Id="Re8f78f90e9844673" /><Relationship Type="http://schemas.openxmlformats.org/officeDocument/2006/relationships/notesSlide" Target="/ppt/notesSlides/notesSlide2.xml" Id="Rd626e80f902b42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a14bfa3a0f4d75" /><Relationship Type="http://schemas.openxmlformats.org/officeDocument/2006/relationships/notesSlide" Target="/ppt/notesSlides/notesSlide3.xml" Id="R3a531ae479e044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d936cb11114bec" /><Relationship Type="http://schemas.openxmlformats.org/officeDocument/2006/relationships/notesSlide" Target="/ppt/notesSlides/notesSlide4.xml" Id="R27adb0e76eab46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e2ba0cb47a4c90" /><Relationship Type="http://schemas.openxmlformats.org/officeDocument/2006/relationships/notesSlide" Target="/ppt/notesSlides/notesSlide5.xml" Id="Rba2c12e184b547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1c9a4220b6406f" /><Relationship Type="http://schemas.openxmlformats.org/officeDocument/2006/relationships/notesSlide" Target="/ppt/notesSlides/notesSlide6.xml" Id="Rb37f73e7c2214e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c246f6dadb4936" /><Relationship Type="http://schemas.openxmlformats.org/officeDocument/2006/relationships/notesSlide" Target="/ppt/notesSlides/notesSlide7.xml" Id="R350bec43400947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ab6a9abc8240a4" /><Relationship Type="http://schemas.openxmlformats.org/officeDocument/2006/relationships/notesSlide" Target="/ppt/notesSlides/notesSlide8.xml" Id="Rd8ae1b332a184b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42ff321ed0443d" /><Relationship Type="http://schemas.openxmlformats.org/officeDocument/2006/relationships/notesSlide" Target="/ppt/notesSlides/notesSlide9.xml" Id="Rb3c298f050d546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e1ee033ebf4559" /><Relationship Type="http://schemas.openxmlformats.org/officeDocument/2006/relationships/notesSlide" Target="/ppt/notesSlides/notesSlide10.xml" Id="R39cc57ccd9b345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b29e9593b1543ac" /><Relationship Type="http://schemas.openxmlformats.org/officeDocument/2006/relationships/notesSlide" Target="/ppt/notesSlides/notesSlide11.xml" Id="Ra69851e0920a49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ad8ae0055d142e1" /><Relationship Type="http://schemas.openxmlformats.org/officeDocument/2006/relationships/notesSlide" Target="/ppt/notesSlides/notesSlide12.xml" Id="R523a7407175a4a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ab21a5704354ffd" /><Relationship Type="http://schemas.openxmlformats.org/officeDocument/2006/relationships/notesSlide" Target="/ppt/notesSlides/notesSlide13.xml" Id="Rb0030b7a6e874f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dd6e7737ec44d72" /><Relationship Type="http://schemas.openxmlformats.org/officeDocument/2006/relationships/notesSlide" Target="/ppt/notesSlides/notesSlide14.xml" Id="R267e29880eb64f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2445a6433a45fc" /><Relationship Type="http://schemas.openxmlformats.org/officeDocument/2006/relationships/notesSlide" Target="/ppt/notesSlides/notesSlide15.xml" Id="R309652e4813646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c4c44b417549dd" /><Relationship Type="http://schemas.openxmlformats.org/officeDocument/2006/relationships/image" Target="/ppt/media/image2.png" Id="Rab164271f4be4a7b" /><Relationship Type="http://schemas.openxmlformats.org/officeDocument/2006/relationships/image" Target="/ppt/media/image3.png" Id="R69c0a3ba451f41a3" /><Relationship Type="http://schemas.openxmlformats.org/officeDocument/2006/relationships/notesSlide" Target="/ppt/notesSlides/notesSlide16.xml" Id="Re7c41c47115e48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ee126485bb04a83" /><Relationship Type="http://schemas.openxmlformats.org/officeDocument/2006/relationships/notesSlide" Target="/ppt/notesSlides/notesSlide17.xml" Id="Ra480e5f5966544a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38e888dbef84665" /><Relationship Type="http://schemas.openxmlformats.org/officeDocument/2006/relationships/notesSlide" Target="/ppt/notesSlides/notesSlide18.xml" Id="Rbe11df98958940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ed64d6502914d1c" /><Relationship Type="http://schemas.openxmlformats.org/officeDocument/2006/relationships/notesSlide" Target="/ppt/notesSlides/notesSlide19.xml" Id="R1b6edbdc119a41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9f837cead074975" /><Relationship Type="http://schemas.openxmlformats.org/officeDocument/2006/relationships/notesSlide" Target="/ppt/notesSlides/notesSlide20.xml" Id="R31ad2c8d55884f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9d28db63c034afd" /><Relationship Type="http://schemas.openxmlformats.org/officeDocument/2006/relationships/notesSlide" Target="/ppt/notesSlides/notesSlide21.xml" Id="R753eebd365274f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37f0da39c644727" /><Relationship Type="http://schemas.openxmlformats.org/officeDocument/2006/relationships/notesSlide" Target="/ppt/notesSlides/notesSlide22.xml" Id="R669cc7b092a74c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01ad1ecae784d2f" /><Relationship Type="http://schemas.openxmlformats.org/officeDocument/2006/relationships/notesSlide" Target="/ppt/notesSlides/notesSlide23.xml" Id="R1877f37bbf9c41d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77ff85ce29c410c" /><Relationship Type="http://schemas.openxmlformats.org/officeDocument/2006/relationships/notesSlide" Target="/ppt/notesSlides/notesSlide24.xml" Id="R321a4e4f55014046"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9CBCBFD-A678-4C82-A783-52FB8C80462C}"/>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F0B2BAA3-62E8-4B74-83C1-D65E1F6068E1}"/>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D38A4D36-AACE-4CDD-94E6-0254A3869C67}"/>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09DF71DF-C731-447C-A34D-E350E77E4B2A}"/>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B4E98DD-FE3B-465D-AA18-5650E6EFC6FA}"/>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5060AA06-B49E-4429-83A7-C1B4BC2F6B95}"/>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426043E9-0F03-489E-B442-D04652D0DA54}"/>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2FEBD7-9E8E-4D74-8696-81CDA8DC8B66}"/>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1564CE6D-2592-4F98-BB4E-5CD8C08DA2C9}"/>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22A23D69-34BE-46C7-BE4D-2F406D097128}"/>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6113115-985F-4F54-A875-084A575FA8E0}"/>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16CB3ECC-8067-4D18-AEF9-A000C8FA7888}"/>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5699D7BA-A764-47B5-B718-E2D6645935B8}"/>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0BA2E0B-E35F-4C48-B6BF-322291DB9A38}"/>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56A73DCE-EE91-4829-81BF-2AB5AE8A28CE}"/>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CACBB423-E77E-4DED-A554-0849BD6814C4}"/>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480470823"/>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5DE8B1B-F700-437C-81C1-BFD06BB6A89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9FC24F95-3CE2-4BFC-87E3-4C412439BBDC}"/>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8B25D640-F34D-4F07-B646-0E952D69C47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0C467CEE-ED66-4E27-A25E-4ECE38929195}"/>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CAA536F-45F4-4D6B-B451-BA60BD7FB663}"/>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CCDF3C4E-6BEE-4DAA-911D-45F1A15206E3}"/>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8AB9BAE2-0255-421F-A92D-BCCCFC7469F0}"/>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5930DF0-46B8-4A8C-B4E7-7EDA2D504BF6}"/>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5EA95A19-490E-4763-8B10-015F793700F6}"/>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801BBFB8-77A4-457E-B465-29717554D2DC}"/>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F83C1FCA-C4EF-4CFB-A719-CAB032C340A4}"/>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E0A66252-A5AC-447B-AC2D-75D8AECA3DA0}"/>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48ABBAA1-E3C1-461B-B169-9CB8D5D507AE}"/>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9759399E-29E5-404C-8C7F-EA4ACC1FA527}"/>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ba91dd2b8e64a04"/>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6700287-29F6-4F3A-9309-8EE4959DF94E}"/>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e8f78f90e9844673"/>
              </a:rPr>
              <a:t>https://praveenveera.github.io/uber-pickup-survey/</a:t>
            </a:r>
          </a:p>
        </p:txBody>
      </p:sp>
      <p:sp>
        <p:nvSpPr>
          <p:cNvPr id="17" name="">
            <a:extLst xmlns:a="http://schemas.openxmlformats.org/drawingml/2006/main">
              <a:ext uri="{FF2B5EF4-FFF2-40B4-BE49-F238E27FC236}">
                <a16:creationId xmlns:a16="http://schemas.microsoft.com/office/drawing/2014/main" id="{E2B79629-8777-4728-8F8A-4DF2E25A2A33}"/>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CC4B54E0-6491-44B7-9880-8745C6380548}"/>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CDAD6934-AFEA-471D-8079-5ABE7FD88F8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62F6207F-EFF3-4024-9980-DC458DD2AB1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948522898"/>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E5460A-1A9E-4100-B24B-F58BA887EE3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C11667E0-E38C-4F7F-8B26-14B6AF6E53B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7B5AAA2F-89F1-4E7D-8CB3-845A32B2EC0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F8EEC465-2EB0-4422-9C15-1C1E8F7B1B72}"/>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048BC7B-8618-47C3-A0B7-D6AB601FEAB8}"/>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8911A641-6635-48B2-8AB3-C01EB2AE4141}"/>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68F593A0-1414-4CCF-AE8C-D612959FB71F}"/>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D4A401D-8428-4BF7-A272-888486421601}"/>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0E682DEF-4B3C-4C3A-A405-F4E56E224968}"/>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4A119E8A-302F-4AB0-BAA0-9D2548A5270A}"/>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6A8996AF-5395-4EE6-89E9-EF0600A10976}"/>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4D3F43AC-3AFE-4639-BD3F-75D2692201C6}"/>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5D8E28DC-E65C-4CFB-AAD5-CF349B0C5B62}"/>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183517-62A5-488D-BF59-00283BE290C5}"/>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C5F383BA-EAC8-4375-AC81-B65E91B410A5}"/>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DFFFA996-9D0E-463D-AD47-4C8ED8DFDF4D}"/>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A8B3772-18CD-4704-B949-C9644D0B0A6B}"/>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2300C415-6AFF-45A0-BE93-1A60ED0411C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7908E769-F67B-4896-92F3-E1A702FB091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911768865"/>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85A435D-2A21-4CEB-B9A4-0136960FE8E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549739AE-9FD3-4355-8ECC-364BBE4C2C7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06F32561-61FC-49D8-844F-D7A7691974FC}"/>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1A8EC97F-D343-41D9-BE57-346DBA723829}"/>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AB9E279C-5627-45A0-9E1D-3B8545874DA2}"/>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7BFF8070-F5C9-4FEE-8779-AD353BA57C41}"/>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418C415B-E490-4FF5-924A-1A8698DCA83D}"/>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AA481B36-859A-404A-8D3C-BE8BFF1508D7}"/>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F68425AA-DE17-4A35-B4D0-3001C4D9D952}"/>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BD979799-B59C-4C52-A66E-5483D16346B0}"/>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479AD92-87F3-42D9-A2B0-CDE0C4EECEB7}"/>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1D5A7A89-60BA-45AF-863A-177F99D14978}"/>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0FFDEABA-3C13-4AE2-BC44-7E8AE7D2D635}"/>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A47FBDF-C298-47D6-B64D-469E13258666}"/>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1637DC39-C19D-4AD2-97F2-7AF3CC2CA2ED}"/>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F3148B2B-3167-4231-B6D1-C6F64DFAC17E}"/>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BD10F9-260A-4D8E-9291-90D5D1CCDDF5}"/>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91DF3FB2-F929-4B37-8BAF-773C71F7C60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8F3FF9F0-6849-4137-8CF6-6EFC0B94014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519937575"/>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ED7885-9231-44E0-A8F7-C6537087FB8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D13B4964-ADA5-46EB-8C95-0D67EE8D151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142ACE00-6BD1-4BF9-8C4D-C43AE0DE698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5531B15B-E1FE-47A3-A61B-A29A47F1EECD}"/>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D8421C-57CE-4E1D-B03C-46E85C5D9088}"/>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54A98587-1971-4659-B8CA-59F1DE60E334}"/>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39F34D07-97DF-4E49-95D3-D57B7551658A}"/>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2C457C8B-7300-4E63-BA22-A088785D1F5F}"/>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870CC22D-D56E-46A1-AE78-8AB18974A788}"/>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FF02667-31F1-45E2-A7BA-FABDBE937AF7}"/>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A65E3CFD-A18A-4C07-A5D2-07DA7CDA8757}"/>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D5516B47-460F-4632-A12D-247D110E74EF}"/>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36048F5-D83D-4D04-A9A5-E3CA93B1265C}"/>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F492A4D5-6205-4FB7-98DE-4B4A8763D4A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CED2F9F6-4C5B-44C1-8592-6A142840127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224946628"/>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928FD9A-1BAC-4222-AB74-0D010E31232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FRAMING</a:t>
            </a:r>
          </a:p>
        </p:txBody>
      </p:sp>
      <p:sp>
        <p:nvSpPr>
          <p:cNvPr id="2" name="">
            <a:extLst xmlns:a="http://schemas.openxmlformats.org/drawingml/2006/main">
              <a:ext uri="{FF2B5EF4-FFF2-40B4-BE49-F238E27FC236}">
                <a16:creationId xmlns:a16="http://schemas.microsoft.com/office/drawing/2014/main" id="{567C08C7-BEA9-4672-B901-FC5ED3E0AE46}"/>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Five questions before writing the problem statement</a:t>
            </a:r>
          </a:p>
        </p:txBody>
      </p:sp>
      <p:sp>
        <p:nvSpPr>
          <p:cNvPr id="3" name="">
            <a:extLst xmlns:a="http://schemas.openxmlformats.org/drawingml/2006/main">
              <a:ext uri="{FF2B5EF4-FFF2-40B4-BE49-F238E27FC236}">
                <a16:creationId xmlns:a16="http://schemas.microsoft.com/office/drawing/2014/main" id="{B68B3592-1D98-4596-B90E-E6246429856E}"/>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5Ws define the context and impact without jumping to a feature.</a:t>
            </a:r>
          </a:p>
        </p:txBody>
      </p:sp>
      <p:sp>
        <p:nvSpPr>
          <p:cNvPr id="4" name="">
            <a:extLst xmlns:a="http://schemas.openxmlformats.org/drawingml/2006/main">
              <a:ext uri="{FF2B5EF4-FFF2-40B4-BE49-F238E27FC236}">
                <a16:creationId xmlns:a16="http://schemas.microsoft.com/office/drawing/2014/main" id="{0CE78F08-5242-4360-9DEA-F61994EDA25A}"/>
              </a:ext>
            </a:extLst>
          </p:cNvPr>
          <p:cNvSpPr>
            <a:spLocks xmlns:a="http://schemas.openxmlformats.org/drawingml/2006/main" noGrp="1"/>
          </p:cNvSpPr>
          <p:nvPr/>
        </p:nvSpPr>
        <p:spPr>
          <a:xfrm xmlns:a="http://schemas.openxmlformats.org/drawingml/2006/main">
            <a:off x="514350" y="1619250"/>
            <a:ext cx="104394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BCF6109-FE5B-4D5E-8DC9-6A4136C0F190}"/>
              </a:ext>
            </a:extLst>
          </p:cNvPr>
          <p:cNvSpPr>
            <a:spLocks xmlns:a="http://schemas.openxmlformats.org/drawingml/2006/main" noGrp="1"/>
          </p:cNvSpPr>
          <p:nvPr/>
        </p:nvSpPr>
        <p:spPr>
          <a:xfrm xmlns:a="http://schemas.openxmlformats.org/drawingml/2006/main">
            <a:off x="1247775" y="1924050"/>
            <a:ext cx="628650" cy="6286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76F5E3-50BD-43B3-AF78-ACE8E7DA30AA}"/>
              </a:ext>
            </a:extLst>
          </p:cNvPr>
          <p:cNvSpPr>
            <a:spLocks xmlns:a="http://schemas.openxmlformats.org/drawingml/2006/main" noGrp="1"/>
          </p:cNvSpPr>
          <p:nvPr/>
        </p:nvSpPr>
        <p:spPr>
          <a:xfrm xmlns:a="http://schemas.openxmlformats.org/drawingml/2006/main">
            <a:off x="77152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WHO</a:t>
            </a:r>
          </a:p>
        </p:txBody>
      </p:sp>
      <p:sp>
        <p:nvSpPr>
          <p:cNvPr id="7" name="">
            <a:extLst xmlns:a="http://schemas.openxmlformats.org/drawingml/2006/main">
              <a:ext uri="{FF2B5EF4-FFF2-40B4-BE49-F238E27FC236}">
                <a16:creationId xmlns:a16="http://schemas.microsoft.com/office/drawing/2014/main" id="{94A48429-DFDA-4339-BD4E-2C4499B6D053}"/>
              </a:ext>
            </a:extLst>
          </p:cNvPr>
          <p:cNvSpPr>
            <a:spLocks xmlns:a="http://schemas.openxmlformats.org/drawingml/2006/main" noGrp="1"/>
          </p:cNvSpPr>
          <p:nvPr/>
        </p:nvSpPr>
        <p:spPr>
          <a:xfrm xmlns:a="http://schemas.openxmlformats.org/drawingml/2006/main">
            <a:off x="72390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four-wheel riders</a:t>
            </a:r>
          </a:p>
          <a:p xmlns:a="http://schemas.openxmlformats.org/drawingml/2006/main">
            <a:r>
              <a:t/>
            </a:r>
          </a:p>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The driver is the connected stakeholder.</a:t>
            </a:r>
          </a:p>
        </p:txBody>
      </p:sp>
      <p:sp>
        <p:nvSpPr>
          <p:cNvPr id="8" name="">
            <a:extLst xmlns:a="http://schemas.openxmlformats.org/drawingml/2006/main">
              <a:ext uri="{FF2B5EF4-FFF2-40B4-BE49-F238E27FC236}">
                <a16:creationId xmlns:a16="http://schemas.microsoft.com/office/drawing/2014/main" id="{56F60B3A-3FA7-4C98-8F37-A2A6207F7552}"/>
              </a:ext>
            </a:extLst>
          </p:cNvPr>
          <p:cNvSpPr>
            <a:spLocks xmlns:a="http://schemas.openxmlformats.org/drawingml/2006/main" noGrp="1"/>
          </p:cNvSpPr>
          <p:nvPr/>
        </p:nvSpPr>
        <p:spPr>
          <a:xfrm xmlns:a="http://schemas.openxmlformats.org/drawingml/2006/main">
            <a:off x="260223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938AD8-71B4-4780-85A2-C729D5ADFBB8}"/>
              </a:ext>
            </a:extLst>
          </p:cNvPr>
          <p:cNvSpPr>
            <a:spLocks xmlns:a="http://schemas.openxmlformats.org/drawingml/2006/main" noGrp="1"/>
          </p:cNvSpPr>
          <p:nvPr/>
        </p:nvSpPr>
        <p:spPr>
          <a:xfrm xmlns:a="http://schemas.openxmlformats.org/drawingml/2006/main">
            <a:off x="333565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5B53207-A153-4B45-884F-70A424039F82}"/>
              </a:ext>
            </a:extLst>
          </p:cNvPr>
          <p:cNvSpPr>
            <a:spLocks xmlns:a="http://schemas.openxmlformats.org/drawingml/2006/main" noGrp="1"/>
          </p:cNvSpPr>
          <p:nvPr/>
        </p:nvSpPr>
        <p:spPr>
          <a:xfrm xmlns:a="http://schemas.openxmlformats.org/drawingml/2006/main">
            <a:off x="285940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WHAT</a:t>
            </a:r>
          </a:p>
        </p:txBody>
      </p:sp>
      <p:sp>
        <p:nvSpPr>
          <p:cNvPr id="11" name="">
            <a:extLst xmlns:a="http://schemas.openxmlformats.org/drawingml/2006/main">
              <a:ext uri="{FF2B5EF4-FFF2-40B4-BE49-F238E27FC236}">
                <a16:creationId xmlns:a16="http://schemas.microsoft.com/office/drawing/2014/main" id="{22904593-622D-4EE7-B788-EBBA8EBE019B}"/>
              </a:ext>
            </a:extLst>
          </p:cNvPr>
          <p:cNvSpPr>
            <a:spLocks xmlns:a="http://schemas.openxmlformats.org/drawingml/2006/main" noGrp="1"/>
          </p:cNvSpPr>
          <p:nvPr/>
        </p:nvSpPr>
        <p:spPr>
          <a:xfrm xmlns:a="http://schemas.openxmlformats.org/drawingml/2006/main">
            <a:off x="281178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 generally correct pin may still fail to create one shared, workable meeting point.</a:t>
            </a:r>
          </a:p>
        </p:txBody>
      </p:sp>
      <p:sp>
        <p:nvSpPr>
          <p:cNvPr id="12" name="">
            <a:extLst xmlns:a="http://schemas.openxmlformats.org/drawingml/2006/main">
              <a:ext uri="{FF2B5EF4-FFF2-40B4-BE49-F238E27FC236}">
                <a16:creationId xmlns:a16="http://schemas.microsoft.com/office/drawing/2014/main" id="{D8195EA4-3246-4981-854A-3509DD823949}"/>
              </a:ext>
            </a:extLst>
          </p:cNvPr>
          <p:cNvSpPr>
            <a:spLocks xmlns:a="http://schemas.openxmlformats.org/drawingml/2006/main" noGrp="1"/>
          </p:cNvSpPr>
          <p:nvPr/>
        </p:nvSpPr>
        <p:spPr>
          <a:xfrm xmlns:a="http://schemas.openxmlformats.org/drawingml/2006/main">
            <a:off x="469011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167DFA8-E3AF-4FA4-B257-D1E0B4A13B79}"/>
              </a:ext>
            </a:extLst>
          </p:cNvPr>
          <p:cNvSpPr>
            <a:spLocks xmlns:a="http://schemas.openxmlformats.org/drawingml/2006/main" noGrp="1"/>
          </p:cNvSpPr>
          <p:nvPr/>
        </p:nvSpPr>
        <p:spPr>
          <a:xfrm xmlns:a="http://schemas.openxmlformats.org/drawingml/2006/main">
            <a:off x="542353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C777D8-F49F-46AD-A964-9B31EB0BD5A6}"/>
              </a:ext>
            </a:extLst>
          </p:cNvPr>
          <p:cNvSpPr>
            <a:spLocks xmlns:a="http://schemas.openxmlformats.org/drawingml/2006/main" noGrp="1"/>
          </p:cNvSpPr>
          <p:nvPr/>
        </p:nvSpPr>
        <p:spPr>
          <a:xfrm xmlns:a="http://schemas.openxmlformats.org/drawingml/2006/main">
            <a:off x="494728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WHERE</a:t>
            </a:r>
          </a:p>
        </p:txBody>
      </p:sp>
      <p:sp>
        <p:nvSpPr>
          <p:cNvPr id="15" name="">
            <a:extLst xmlns:a="http://schemas.openxmlformats.org/drawingml/2006/main">
              <a:ext uri="{FF2B5EF4-FFF2-40B4-BE49-F238E27FC236}">
                <a16:creationId xmlns:a16="http://schemas.microsoft.com/office/drawing/2014/main" id="{8688843C-A46F-4670-8886-1806813ADEEF}"/>
              </a:ext>
            </a:extLst>
          </p:cNvPr>
          <p:cNvSpPr>
            <a:spLocks xmlns:a="http://schemas.openxmlformats.org/drawingml/2006/main" noGrp="1"/>
          </p:cNvSpPr>
          <p:nvPr/>
        </p:nvSpPr>
        <p:spPr>
          <a:xfrm xmlns:a="http://schemas.openxmlformats.org/drawingml/2006/main">
            <a:off x="489966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Airports, gated homes, malls, offices, and metro or railway stations.</a:t>
            </a:r>
          </a:p>
        </p:txBody>
      </p:sp>
      <p:sp>
        <p:nvSpPr>
          <p:cNvPr id="16" name="">
            <a:extLst xmlns:a="http://schemas.openxmlformats.org/drawingml/2006/main">
              <a:ext uri="{FF2B5EF4-FFF2-40B4-BE49-F238E27FC236}">
                <a16:creationId xmlns:a16="http://schemas.microsoft.com/office/drawing/2014/main" id="{36216428-E042-4A34-919A-C8F5CF10B06F}"/>
              </a:ext>
            </a:extLst>
          </p:cNvPr>
          <p:cNvSpPr>
            <a:spLocks xmlns:a="http://schemas.openxmlformats.org/drawingml/2006/main" noGrp="1"/>
          </p:cNvSpPr>
          <p:nvPr/>
        </p:nvSpPr>
        <p:spPr>
          <a:xfrm xmlns:a="http://schemas.openxmlformats.org/drawingml/2006/main">
            <a:off x="677799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FEAFC0D-7DB5-48B3-A8AE-B623C90A94BD}"/>
              </a:ext>
            </a:extLst>
          </p:cNvPr>
          <p:cNvSpPr>
            <a:spLocks xmlns:a="http://schemas.openxmlformats.org/drawingml/2006/main" noGrp="1"/>
          </p:cNvSpPr>
          <p:nvPr/>
        </p:nvSpPr>
        <p:spPr>
          <a:xfrm xmlns:a="http://schemas.openxmlformats.org/drawingml/2006/main">
            <a:off x="751141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20BF83-812F-4414-8DA5-2BB597091CA1}"/>
              </a:ext>
            </a:extLst>
          </p:cNvPr>
          <p:cNvSpPr>
            <a:spLocks xmlns:a="http://schemas.openxmlformats.org/drawingml/2006/main" noGrp="1"/>
          </p:cNvSpPr>
          <p:nvPr/>
        </p:nvSpPr>
        <p:spPr>
          <a:xfrm xmlns:a="http://schemas.openxmlformats.org/drawingml/2006/main">
            <a:off x="703516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WHEN</a:t>
            </a:r>
          </a:p>
        </p:txBody>
      </p:sp>
      <p:sp>
        <p:nvSpPr>
          <p:cNvPr id="19" name="">
            <a:extLst xmlns:a="http://schemas.openxmlformats.org/drawingml/2006/main">
              <a:ext uri="{FF2B5EF4-FFF2-40B4-BE49-F238E27FC236}">
                <a16:creationId xmlns:a16="http://schemas.microsoft.com/office/drawing/2014/main" id="{ABCDC74E-BD24-4845-BAA9-B735B2845535}"/>
              </a:ext>
            </a:extLst>
          </p:cNvPr>
          <p:cNvSpPr>
            <a:spLocks xmlns:a="http://schemas.openxmlformats.org/drawingml/2006/main" noGrp="1"/>
          </p:cNvSpPr>
          <p:nvPr/>
        </p:nvSpPr>
        <p:spPr>
          <a:xfrm xmlns:a="http://schemas.openxmlformats.org/drawingml/2006/main">
            <a:off x="698754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After booking, mainly as the driver approaches or is marked arrived.</a:t>
            </a:r>
          </a:p>
        </p:txBody>
      </p:sp>
      <p:sp>
        <p:nvSpPr>
          <p:cNvPr id="20" name="">
            <a:extLst xmlns:a="http://schemas.openxmlformats.org/drawingml/2006/main">
              <a:ext uri="{FF2B5EF4-FFF2-40B4-BE49-F238E27FC236}">
                <a16:creationId xmlns:a16="http://schemas.microsoft.com/office/drawing/2014/main" id="{E3844EB5-F847-4C81-ABEC-4081146FCAB1}"/>
              </a:ext>
            </a:extLst>
          </p:cNvPr>
          <p:cNvSpPr>
            <a:spLocks xmlns:a="http://schemas.openxmlformats.org/drawingml/2006/main" noGrp="1"/>
          </p:cNvSpPr>
          <p:nvPr/>
        </p:nvSpPr>
        <p:spPr>
          <a:xfrm xmlns:a="http://schemas.openxmlformats.org/drawingml/2006/main">
            <a:off x="886587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15F8046-BDBF-451B-AD1F-BCC5A75CEAE5}"/>
              </a:ext>
            </a:extLst>
          </p:cNvPr>
          <p:cNvSpPr>
            <a:spLocks xmlns:a="http://schemas.openxmlformats.org/drawingml/2006/main" noGrp="1"/>
          </p:cNvSpPr>
          <p:nvPr/>
        </p:nvSpPr>
        <p:spPr>
          <a:xfrm xmlns:a="http://schemas.openxmlformats.org/drawingml/2006/main">
            <a:off x="959929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209E767-1B27-4475-A015-449499D7B2F6}"/>
              </a:ext>
            </a:extLst>
          </p:cNvPr>
          <p:cNvSpPr>
            <a:spLocks xmlns:a="http://schemas.openxmlformats.org/drawingml/2006/main" noGrp="1"/>
          </p:cNvSpPr>
          <p:nvPr/>
        </p:nvSpPr>
        <p:spPr>
          <a:xfrm xmlns:a="http://schemas.openxmlformats.org/drawingml/2006/main">
            <a:off x="912304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WHY</a:t>
            </a:r>
          </a:p>
        </p:txBody>
      </p:sp>
      <p:sp>
        <p:nvSpPr>
          <p:cNvPr id="23" name="">
            <a:extLst xmlns:a="http://schemas.openxmlformats.org/drawingml/2006/main">
              <a:ext uri="{FF2B5EF4-FFF2-40B4-BE49-F238E27FC236}">
                <a16:creationId xmlns:a16="http://schemas.microsoft.com/office/drawing/2014/main" id="{7E84F014-74B8-4D1C-A32E-29E119AAB1F0}"/>
              </a:ext>
            </a:extLst>
          </p:cNvPr>
          <p:cNvSpPr>
            <a:spLocks xmlns:a="http://schemas.openxmlformats.org/drawingml/2006/main" noGrp="1"/>
          </p:cNvSpPr>
          <p:nvPr/>
        </p:nvSpPr>
        <p:spPr>
          <a:xfrm xmlns:a="http://schemas.openxmlformats.org/drawingml/2006/main">
            <a:off x="907542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Extra calls, waiting, movement, and delayed trip starts reduce pickup reliability.</a:t>
            </a:r>
          </a:p>
        </p:txBody>
      </p:sp>
      <p:sp>
        <p:nvSpPr>
          <p:cNvPr id="24" name="">
            <a:extLst xmlns:a="http://schemas.openxmlformats.org/drawingml/2006/main">
              <a:ext uri="{FF2B5EF4-FFF2-40B4-BE49-F238E27FC236}">
                <a16:creationId xmlns:a16="http://schemas.microsoft.com/office/drawing/2014/main" id="{FB0E5BEC-1419-4AFA-A0FA-427222232252}"/>
              </a:ext>
            </a:extLst>
          </p:cNvPr>
          <p:cNvSpPr>
            <a:spLocks xmlns:a="http://schemas.openxmlformats.org/drawingml/2006/main" noGrp="1"/>
          </p:cNvSpPr>
          <p:nvPr/>
        </p:nvSpPr>
        <p:spPr>
          <a:xfrm xmlns:a="http://schemas.openxmlformats.org/drawingml/2006/main">
            <a:off x="514350" y="5219700"/>
            <a:ext cx="10439400" cy="74295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C2EC1D1-7A5E-4A3F-B126-80C107422DC5}"/>
              </a:ext>
            </a:extLst>
          </p:cNvPr>
          <p:cNvSpPr>
            <a:spLocks xmlns:a="http://schemas.openxmlformats.org/drawingml/2006/main" noGrp="1"/>
          </p:cNvSpPr>
          <p:nvPr/>
        </p:nvSpPr>
        <p:spPr>
          <a:xfrm xmlns:a="http://schemas.openxmlformats.org/drawingml/2006/main">
            <a:off x="742950" y="5381625"/>
            <a:ext cx="998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7963"/>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Evidence check: the survey supports the direction, but root causes, driver impact, and venue constraints still need moderated and field validation.</a:t>
            </a:r>
          </a:p>
        </p:txBody>
      </p:sp>
      <p:sp>
        <p:nvSpPr>
          <p:cNvPr id="26" name="">
            <a:extLst xmlns:a="http://schemas.openxmlformats.org/drawingml/2006/main">
              <a:ext uri="{FF2B5EF4-FFF2-40B4-BE49-F238E27FC236}">
                <a16:creationId xmlns:a16="http://schemas.microsoft.com/office/drawing/2014/main" id="{5113C065-137B-4F12-9DFA-786DE1A142F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7" name="">
            <a:extLst xmlns:a="http://schemas.openxmlformats.org/drawingml/2006/main">
              <a:ext uri="{FF2B5EF4-FFF2-40B4-BE49-F238E27FC236}">
                <a16:creationId xmlns:a16="http://schemas.microsoft.com/office/drawing/2014/main" id="{096702E0-EF9E-4A8C-A0CA-54126B3A212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75273775"/>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331E77-E5EE-4F88-99CC-493E9CAE0CC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STATEMENT</a:t>
            </a:r>
          </a:p>
        </p:txBody>
      </p:sp>
      <p:sp>
        <p:nvSpPr>
          <p:cNvPr id="2" name="">
            <a:extLst xmlns:a="http://schemas.openxmlformats.org/drawingml/2006/main">
              <a:ext uri="{FF2B5EF4-FFF2-40B4-BE49-F238E27FC236}">
                <a16:creationId xmlns:a16="http://schemas.microsoft.com/office/drawing/2014/main" id="{C28C819B-238C-4C5D-87F3-D81A52F0330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specific, evidence-based, and focused statement</a:t>
            </a:r>
          </a:p>
        </p:txBody>
      </p:sp>
      <p:sp>
        <p:nvSpPr>
          <p:cNvPr id="3" name="">
            <a:extLst xmlns:a="http://schemas.openxmlformats.org/drawingml/2006/main">
              <a:ext uri="{FF2B5EF4-FFF2-40B4-BE49-F238E27FC236}">
                <a16:creationId xmlns:a16="http://schemas.microsoft.com/office/drawing/2014/main" id="{180545E3-04DA-41C0-BACF-A1EF219D0489}"/>
              </a:ext>
            </a:extLst>
          </p:cNvPr>
          <p:cNvSpPr>
            <a:spLocks xmlns:a="http://schemas.openxmlformats.org/drawingml/2006/main" noGrp="1"/>
          </p:cNvSpPr>
          <p:nvPr/>
        </p:nvSpPr>
        <p:spPr>
          <a:xfrm xmlns:a="http://schemas.openxmlformats.org/drawingml/2006/main">
            <a:off x="514350" y="1657350"/>
            <a:ext cx="400050" cy="4000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5CC939-77D4-4A09-B0D8-EF1BC13B1001}"/>
              </a:ext>
            </a:extLst>
          </p:cNvPr>
          <p:cNvSpPr>
            <a:spLocks xmlns:a="http://schemas.openxmlformats.org/drawingml/2006/main" noGrp="1"/>
          </p:cNvSpPr>
          <p:nvPr/>
        </p:nvSpPr>
        <p:spPr>
          <a:xfrm xmlns:a="http://schemas.openxmlformats.org/drawingml/2006/main">
            <a:off x="571500" y="17145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667C8DDD-C266-4BCC-8158-E8687429FFAB}"/>
              </a:ext>
            </a:extLst>
          </p:cNvPr>
          <p:cNvSpPr>
            <a:spLocks xmlns:a="http://schemas.openxmlformats.org/drawingml/2006/main" noGrp="1"/>
          </p:cNvSpPr>
          <p:nvPr/>
        </p:nvSpPr>
        <p:spPr>
          <a:xfrm xmlns:a="http://schemas.openxmlformats.org/drawingml/2006/main">
            <a:off x="1104900" y="1619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SPECIFIC USER</a:t>
            </a:r>
          </a:p>
        </p:txBody>
      </p:sp>
      <p:sp>
        <p:nvSpPr>
          <p:cNvPr id="6" name="">
            <a:extLst xmlns:a="http://schemas.openxmlformats.org/drawingml/2006/main">
              <a:ext uri="{FF2B5EF4-FFF2-40B4-BE49-F238E27FC236}">
                <a16:creationId xmlns:a16="http://schemas.microsoft.com/office/drawing/2014/main" id="{666BFF80-354F-447B-B1E0-4B9076910DD1}"/>
              </a:ext>
            </a:extLst>
          </p:cNvPr>
          <p:cNvSpPr>
            <a:spLocks xmlns:a="http://schemas.openxmlformats.org/drawingml/2006/main" noGrp="1"/>
          </p:cNvSpPr>
          <p:nvPr/>
        </p:nvSpPr>
        <p:spPr>
          <a:xfrm xmlns:a="http://schemas.openxmlformats.org/drawingml/2006/main">
            <a:off x="1104900" y="19431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Hyderabad four-wheel riders starting from complex pickup locations.</a:t>
            </a:r>
          </a:p>
        </p:txBody>
      </p:sp>
      <p:sp>
        <p:nvSpPr>
          <p:cNvPr id="7" name="">
            <a:extLst xmlns:a="http://schemas.openxmlformats.org/drawingml/2006/main">
              <a:ext uri="{FF2B5EF4-FFF2-40B4-BE49-F238E27FC236}">
                <a16:creationId xmlns:a16="http://schemas.microsoft.com/office/drawing/2014/main" id="{146F07C9-16ED-4289-9199-84FC127DEB7B}"/>
              </a:ext>
            </a:extLst>
          </p:cNvPr>
          <p:cNvSpPr>
            <a:spLocks xmlns:a="http://schemas.openxmlformats.org/drawingml/2006/main" noGrp="1"/>
          </p:cNvSpPr>
          <p:nvPr/>
        </p:nvSpPr>
        <p:spPr>
          <a:xfrm xmlns:a="http://schemas.openxmlformats.org/drawingml/2006/main">
            <a:off x="514350" y="24955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E8AD784-5E14-444B-AA84-AAE6F30D77E1}"/>
              </a:ext>
            </a:extLst>
          </p:cNvPr>
          <p:cNvSpPr>
            <a:spLocks xmlns:a="http://schemas.openxmlformats.org/drawingml/2006/main" noGrp="1"/>
          </p:cNvSpPr>
          <p:nvPr/>
        </p:nvSpPr>
        <p:spPr>
          <a:xfrm xmlns:a="http://schemas.openxmlformats.org/drawingml/2006/main">
            <a:off x="514350" y="26670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F43A7B1-A8C6-4307-93E7-0C29132052A5}"/>
              </a:ext>
            </a:extLst>
          </p:cNvPr>
          <p:cNvSpPr>
            <a:spLocks xmlns:a="http://schemas.openxmlformats.org/drawingml/2006/main" noGrp="1"/>
          </p:cNvSpPr>
          <p:nvPr/>
        </p:nvSpPr>
        <p:spPr>
          <a:xfrm xmlns:a="http://schemas.openxmlformats.org/drawingml/2006/main">
            <a:off x="571500" y="27241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D4124976-B0D1-4F47-8AA1-0FC04A31DEA7}"/>
              </a:ext>
            </a:extLst>
          </p:cNvPr>
          <p:cNvSpPr>
            <a:spLocks xmlns:a="http://schemas.openxmlformats.org/drawingml/2006/main" noGrp="1"/>
          </p:cNvSpPr>
          <p:nvPr/>
        </p:nvSpPr>
        <p:spPr>
          <a:xfrm xmlns:a="http://schemas.openxmlformats.org/drawingml/2006/main">
            <a:off x="1104900" y="2628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CLEAR PAIN</a:t>
            </a:r>
          </a:p>
        </p:txBody>
      </p:sp>
      <p:sp>
        <p:nvSpPr>
          <p:cNvPr id="11" name="">
            <a:extLst xmlns:a="http://schemas.openxmlformats.org/drawingml/2006/main">
              <a:ext uri="{FF2B5EF4-FFF2-40B4-BE49-F238E27FC236}">
                <a16:creationId xmlns:a16="http://schemas.microsoft.com/office/drawing/2014/main" id="{FC40B592-6B62-49F2-A8DE-4B3B0E72AC3A}"/>
              </a:ext>
            </a:extLst>
          </p:cNvPr>
          <p:cNvSpPr>
            <a:spLocks xmlns:a="http://schemas.openxmlformats.org/drawingml/2006/main" noGrp="1"/>
          </p:cNvSpPr>
          <p:nvPr/>
        </p:nvSpPr>
        <p:spPr>
          <a:xfrm xmlns:a="http://schemas.openxmlformats.org/drawingml/2006/main">
            <a:off x="1104900" y="29527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The rider and driver lack one shared, workable meeting point.</a:t>
            </a:r>
          </a:p>
        </p:txBody>
      </p:sp>
      <p:sp>
        <p:nvSpPr>
          <p:cNvPr id="12" name="">
            <a:extLst xmlns:a="http://schemas.openxmlformats.org/drawingml/2006/main">
              <a:ext uri="{FF2B5EF4-FFF2-40B4-BE49-F238E27FC236}">
                <a16:creationId xmlns:a16="http://schemas.microsoft.com/office/drawing/2014/main" id="{5FF1FD0F-D642-491C-9C44-05D6053B08BB}"/>
              </a:ext>
            </a:extLst>
          </p:cNvPr>
          <p:cNvSpPr>
            <a:spLocks xmlns:a="http://schemas.openxmlformats.org/drawingml/2006/main" noGrp="1"/>
          </p:cNvSpPr>
          <p:nvPr/>
        </p:nvSpPr>
        <p:spPr>
          <a:xfrm xmlns:a="http://schemas.openxmlformats.org/drawingml/2006/main">
            <a:off x="514350" y="350520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2CB10A-5232-47A6-93C0-4BF8F3182A44}"/>
              </a:ext>
            </a:extLst>
          </p:cNvPr>
          <p:cNvSpPr>
            <a:spLocks xmlns:a="http://schemas.openxmlformats.org/drawingml/2006/main" noGrp="1"/>
          </p:cNvSpPr>
          <p:nvPr/>
        </p:nvSpPr>
        <p:spPr>
          <a:xfrm xmlns:a="http://schemas.openxmlformats.org/drawingml/2006/main">
            <a:off x="514350" y="367665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676AA98-FE03-41BD-ADA1-936339C8D68A}"/>
              </a:ext>
            </a:extLst>
          </p:cNvPr>
          <p:cNvSpPr>
            <a:spLocks xmlns:a="http://schemas.openxmlformats.org/drawingml/2006/main" noGrp="1"/>
          </p:cNvSpPr>
          <p:nvPr/>
        </p:nvSpPr>
        <p:spPr>
          <a:xfrm xmlns:a="http://schemas.openxmlformats.org/drawingml/2006/main">
            <a:off x="571500" y="37338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719EAD0B-ECC5-433B-BF49-62821F4460AD}"/>
              </a:ext>
            </a:extLst>
          </p:cNvPr>
          <p:cNvSpPr>
            <a:spLocks xmlns:a="http://schemas.openxmlformats.org/drawingml/2006/main" noGrp="1"/>
          </p:cNvSpPr>
          <p:nvPr/>
        </p:nvSpPr>
        <p:spPr>
          <a:xfrm xmlns:a="http://schemas.openxmlformats.org/drawingml/2006/main">
            <a:off x="1104900" y="36385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VISIBLE IMPACT</a:t>
            </a:r>
          </a:p>
        </p:txBody>
      </p:sp>
      <p:sp>
        <p:nvSpPr>
          <p:cNvPr id="16" name="">
            <a:extLst xmlns:a="http://schemas.openxmlformats.org/drawingml/2006/main">
              <a:ext uri="{FF2B5EF4-FFF2-40B4-BE49-F238E27FC236}">
                <a16:creationId xmlns:a16="http://schemas.microsoft.com/office/drawing/2014/main" id="{8C9CE976-A6BB-473E-B362-2E17C719A163}"/>
              </a:ext>
            </a:extLst>
          </p:cNvPr>
          <p:cNvSpPr>
            <a:spLocks xmlns:a="http://schemas.openxmlformats.org/drawingml/2006/main" noGrp="1"/>
          </p:cNvSpPr>
          <p:nvPr/>
        </p:nvSpPr>
        <p:spPr>
          <a:xfrm xmlns:a="http://schemas.openxmlformats.org/drawingml/2006/main">
            <a:off x="1104900" y="39624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Extra calls, waiting, movement, and delayed trip starts.</a:t>
            </a:r>
          </a:p>
        </p:txBody>
      </p:sp>
      <p:sp>
        <p:nvSpPr>
          <p:cNvPr id="17" name="">
            <a:extLst xmlns:a="http://schemas.openxmlformats.org/drawingml/2006/main">
              <a:ext uri="{FF2B5EF4-FFF2-40B4-BE49-F238E27FC236}">
                <a16:creationId xmlns:a16="http://schemas.microsoft.com/office/drawing/2014/main" id="{D14BF016-8C53-4726-856A-0ECFFF326B8F}"/>
              </a:ext>
            </a:extLst>
          </p:cNvPr>
          <p:cNvSpPr>
            <a:spLocks xmlns:a="http://schemas.openxmlformats.org/drawingml/2006/main" noGrp="1"/>
          </p:cNvSpPr>
          <p:nvPr/>
        </p:nvSpPr>
        <p:spPr>
          <a:xfrm xmlns:a="http://schemas.openxmlformats.org/drawingml/2006/main">
            <a:off x="514350" y="45148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5EF76B1-825B-4A67-966F-0A50099449BB}"/>
              </a:ext>
            </a:extLst>
          </p:cNvPr>
          <p:cNvSpPr>
            <a:spLocks xmlns:a="http://schemas.openxmlformats.org/drawingml/2006/main" noGrp="1"/>
          </p:cNvSpPr>
          <p:nvPr/>
        </p:nvSpPr>
        <p:spPr>
          <a:xfrm xmlns:a="http://schemas.openxmlformats.org/drawingml/2006/main">
            <a:off x="514350" y="46863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FE8AC77-3B11-4038-923C-A4013211589F}"/>
              </a:ext>
            </a:extLst>
          </p:cNvPr>
          <p:cNvSpPr>
            <a:spLocks xmlns:a="http://schemas.openxmlformats.org/drawingml/2006/main" noGrp="1"/>
          </p:cNvSpPr>
          <p:nvPr/>
        </p:nvSpPr>
        <p:spPr>
          <a:xfrm xmlns:a="http://schemas.openxmlformats.org/drawingml/2006/main">
            <a:off x="571500" y="47434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4</a:t>
            </a:r>
          </a:p>
        </p:txBody>
      </p:sp>
      <p:sp>
        <p:nvSpPr>
          <p:cNvPr id="20" name="">
            <a:extLst xmlns:a="http://schemas.openxmlformats.org/drawingml/2006/main">
              <a:ext uri="{FF2B5EF4-FFF2-40B4-BE49-F238E27FC236}">
                <a16:creationId xmlns:a16="http://schemas.microsoft.com/office/drawing/2014/main" id="{74979809-5AF7-4DFB-8F87-B6A1C7132540}"/>
              </a:ext>
            </a:extLst>
          </p:cNvPr>
          <p:cNvSpPr>
            <a:spLocks xmlns:a="http://schemas.openxmlformats.org/drawingml/2006/main" noGrp="1"/>
          </p:cNvSpPr>
          <p:nvPr/>
        </p:nvSpPr>
        <p:spPr>
          <a:xfrm xmlns:a="http://schemas.openxmlformats.org/drawingml/2006/main">
            <a:off x="1104900" y="46482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DEFINED SCOPE</a:t>
            </a:r>
          </a:p>
        </p:txBody>
      </p:sp>
      <p:sp>
        <p:nvSpPr>
          <p:cNvPr id="21" name="">
            <a:extLst xmlns:a="http://schemas.openxmlformats.org/drawingml/2006/main">
              <a:ext uri="{FF2B5EF4-FFF2-40B4-BE49-F238E27FC236}">
                <a16:creationId xmlns:a16="http://schemas.microsoft.com/office/drawing/2014/main" id="{3748F953-6790-4B8D-BDA0-4492AD430973}"/>
              </a:ext>
            </a:extLst>
          </p:cNvPr>
          <p:cNvSpPr>
            <a:spLocks xmlns:a="http://schemas.openxmlformats.org/drawingml/2006/main" noGrp="1"/>
          </p:cNvSpPr>
          <p:nvPr/>
        </p:nvSpPr>
        <p:spPr>
          <a:xfrm xmlns:a="http://schemas.openxmlformats.org/drawingml/2006/main">
            <a:off x="1104900" y="49720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Airports, gated residences, malls, offices, and stations. Not every ride.</a:t>
            </a:r>
          </a:p>
        </p:txBody>
      </p:sp>
      <p:sp>
        <p:nvSpPr>
          <p:cNvPr id="22" name="">
            <a:extLst xmlns:a="http://schemas.openxmlformats.org/drawingml/2006/main">
              <a:ext uri="{FF2B5EF4-FFF2-40B4-BE49-F238E27FC236}">
                <a16:creationId xmlns:a16="http://schemas.microsoft.com/office/drawing/2014/main" id="{50A99ABC-CB7A-40A0-9DC0-D7EE5EA7EB26}"/>
              </a:ext>
            </a:extLst>
          </p:cNvPr>
          <p:cNvSpPr>
            <a:spLocks xmlns:a="http://schemas.openxmlformats.org/drawingml/2006/main" noGrp="1"/>
          </p:cNvSpPr>
          <p:nvPr/>
        </p:nvSpPr>
        <p:spPr>
          <a:xfrm xmlns:a="http://schemas.openxmlformats.org/drawingml/2006/main">
            <a:off x="5238750" y="1619250"/>
            <a:ext cx="5715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E8ECF1"/>
            </a:solidFill>
            <a:prstDash val="solid"/>
          </a:ln>
        </p:spPr>
      </p:sp>
      <p:sp>
        <p:nvSpPr>
          <p:cNvPr id="23" name="">
            <a:extLst xmlns:a="http://schemas.openxmlformats.org/drawingml/2006/main">
              <a:ext uri="{FF2B5EF4-FFF2-40B4-BE49-F238E27FC236}">
                <a16:creationId xmlns:a16="http://schemas.microsoft.com/office/drawing/2014/main" id="{7234676C-604E-438F-8EDB-881096F65B31}"/>
              </a:ext>
            </a:extLst>
          </p:cNvPr>
          <p:cNvSpPr>
            <a:spLocks xmlns:a="http://schemas.openxmlformats.org/drawingml/2006/main" noGrp="1"/>
          </p:cNvSpPr>
          <p:nvPr/>
        </p:nvSpPr>
        <p:spPr>
          <a:xfrm xmlns:a="http://schemas.openxmlformats.org/drawingml/2006/main">
            <a:off x="5562600" y="1885950"/>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FINAL PROBLEM STATEMENT</a:t>
            </a:r>
          </a:p>
        </p:txBody>
      </p:sp>
      <p:sp>
        <p:nvSpPr>
          <p:cNvPr id="24" name="">
            <a:extLst xmlns:a="http://schemas.openxmlformats.org/drawingml/2006/main">
              <a:ext uri="{FF2B5EF4-FFF2-40B4-BE49-F238E27FC236}">
                <a16:creationId xmlns:a16="http://schemas.microsoft.com/office/drawing/2014/main" id="{A69FAF2D-8F88-4FA4-B606-EC9A4A55180C}"/>
              </a:ext>
            </a:extLst>
          </p:cNvPr>
          <p:cNvSpPr>
            <a:spLocks xmlns:a="http://schemas.openxmlformats.org/drawingml/2006/main" noGrp="1"/>
          </p:cNvSpPr>
          <p:nvPr/>
        </p:nvSpPr>
        <p:spPr>
          <a:xfrm xmlns:a="http://schemas.openxmlformats.org/drawingml/2006/main">
            <a:off x="5562600" y="2305050"/>
            <a:ext cx="5067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For Hyderabad four-wheel riders starting from complex locations, the pickup pin may show the correct general area but still fail to give the rider and driver one shared, workable meeting point.</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This causes extra calls, waiting, movement, and delayed trip starts.</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Uber should solve this to reduce recovery effort and improve pickup reliability, while respecting driver access and stopping constraints.</a:t>
            </a:r>
          </a:p>
        </p:txBody>
      </p:sp>
      <p:sp>
        <p:nvSpPr>
          <p:cNvPr id="25" name="">
            <a:extLst xmlns:a="http://schemas.openxmlformats.org/drawingml/2006/main">
              <a:ext uri="{FF2B5EF4-FFF2-40B4-BE49-F238E27FC236}">
                <a16:creationId xmlns:a16="http://schemas.microsoft.com/office/drawing/2014/main" id="{9D6FB250-8352-4E47-AE25-0110A14210D9}"/>
              </a:ext>
            </a:extLst>
          </p:cNvPr>
          <p:cNvSpPr>
            <a:spLocks xmlns:a="http://schemas.openxmlformats.org/drawingml/2006/main" noGrp="1"/>
          </p:cNvSpPr>
          <p:nvPr/>
        </p:nvSpPr>
        <p:spPr>
          <a:xfrm xmlns:a="http://schemas.openxmlformats.org/drawingml/2006/main">
            <a:off x="5238750" y="5276850"/>
            <a:ext cx="57150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BC1B8AF-E88F-49D3-8FF7-6F4221AAD7A8}"/>
              </a:ext>
            </a:extLst>
          </p:cNvPr>
          <p:cNvSpPr>
            <a:spLocks xmlns:a="http://schemas.openxmlformats.org/drawingml/2006/main" noGrp="1"/>
          </p:cNvSpPr>
          <p:nvPr/>
        </p:nvSpPr>
        <p:spPr>
          <a:xfrm xmlns:a="http://schemas.openxmlformats.org/drawingml/2006/main">
            <a:off x="5486400" y="542925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Evidence boundary: directional survey evidence. Moderated interviews and stronger driver validation are still pending.</a:t>
            </a:r>
          </a:p>
        </p:txBody>
      </p:sp>
      <p:sp>
        <p:nvSpPr>
          <p:cNvPr id="27" name="">
            <a:extLst xmlns:a="http://schemas.openxmlformats.org/drawingml/2006/main">
              <a:ext uri="{FF2B5EF4-FFF2-40B4-BE49-F238E27FC236}">
                <a16:creationId xmlns:a16="http://schemas.microsoft.com/office/drawing/2014/main" id="{64D5F0AA-C5A7-437B-9B50-02A409B166E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8" name="">
            <a:extLst xmlns:a="http://schemas.openxmlformats.org/drawingml/2006/main">
              <a:ext uri="{FF2B5EF4-FFF2-40B4-BE49-F238E27FC236}">
                <a16:creationId xmlns:a16="http://schemas.microsoft.com/office/drawing/2014/main" id="{6391C8F2-6039-4FA4-8ADF-25D0BF1CEC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93047185"/>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75CBC8-80B9-4AD5-AD0A-34FC3599391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D48513BA-E8D8-464F-889F-E06C1E29337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00BC5FB2-8F24-46E3-9D3C-5A084ABB7E6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7830C1E2-403E-45CC-9C99-F57B6B513E5C}"/>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5D00AE72-B7A8-40D8-B2F1-6E67A36D178E}"/>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659A57-1E48-4508-B73D-B1CC157AF259}"/>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79A55911-5FC3-4A39-80E8-588D4D52B0D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02C29D45-F2C3-43E4-B3EE-35F077B1B33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280899482"/>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DF31EF0-64DB-43A3-BA9B-A781BEF7D21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D0C3C53E-A34A-488F-A88F-ED2363AD565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4498AD2A-A244-4F6A-9F3C-5F1E5543BDD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C0A1FD7D-3190-4D16-98EB-A41517844267}"/>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D28B06-BAF7-4890-AB66-C0C1FB6836E6}"/>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48B519D1-3964-4226-A20E-A47B54CE543C}"/>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35FAE334-53D4-4E98-AF28-CC2092D38797}"/>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CD6C56-A9B8-4E82-A14D-A7D1EFF3663B}"/>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901E00BB-340F-4F3F-80F3-DE35AFE0CCBC}"/>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F2CF51B2-0403-4A04-992B-DB328C3441E8}"/>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DDE84AE-22BB-493A-9D1D-AFEBEE33EE14}"/>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8FBA6561-0B23-4256-9FEA-373D27D11D7D}"/>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AB28CE06-3D9B-48BD-A339-935A20A53A42}"/>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D832C48-137E-4298-8257-4CC3F86F8FD7}"/>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B4458642-6075-48F0-A3D1-6EDC2AAE3B9E}"/>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390CF4FC-5250-427D-A30A-5166E10A8165}"/>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D4001F5-6450-43CB-80DD-647D20E8A823}"/>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8FFE0E3A-416A-4AE3-BA1D-A09878CA28BF}"/>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068194C0-1C7A-48AD-B20F-BF43DA9D733D}"/>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4F6F76-0E56-41FE-B709-B358C5E4251A}"/>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0741045B-95D6-4CA8-9584-F8AE306F775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79A57295-D888-43D1-ACB0-E6A32AE0215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550419409"/>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E2BC3804-9A88-4BB4-85C5-658D89D6776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A87328D6-050D-404A-819F-3FBF3643A51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73169C9D-7EC9-419F-BD6C-4BB8261228C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5E3BCC03-1DD5-49F7-81E7-F2A12B486F78}"/>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CA9EEFBA-2697-4E9F-928B-6EC06E66F40E}"/>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F0C43C87-8487-4231-BF5F-C3DBACD4BE94}"/>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D1A7E72-2BA0-4903-9CEC-CCF0A88E39D7}"/>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69E61AB-9972-4691-BB89-0C3EABC0F945}"/>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EED3784A-0A14-47BA-8B42-934470543275}"/>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B51B36D8-4E7F-42DC-B505-4B31A562C9F0}"/>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02866A-A264-4F87-AB15-69955F6ABFD6}"/>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7761233-27A6-4449-B3CF-E2EA8A967271}"/>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591899BB-379B-4FDA-834A-A17CFACBD094}"/>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2D7F6C86-BA8B-4012-8C4D-0BA475741DC9}"/>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81DF7AE-5C2E-4819-9323-BA811A79D44B}"/>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E9FFE57-2607-4F05-86BB-808CBABCF500}"/>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1B684EB1-5E91-44C0-9AC6-23C6AEF18280}"/>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0D2E8BEE-D638-4CAB-BC8C-6B36E92453B6}"/>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58F73E2-A21A-459C-A44A-B68859F73A8B}"/>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330CEE2-7834-4FD3-8B20-84B1A4D19E4F}"/>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29D00A94-FE17-4A59-AA38-6F641CA5C136}"/>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1AE2D362-378D-4EFF-8417-F246D3780A15}"/>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BE57E26-3103-4BA6-8164-58C469C02695}"/>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DD3040-66A6-44D5-967B-7DA71A2AC41F}"/>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81113B1F-2C79-4949-8202-68A42B94EC47}"/>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2145D35F-1885-4067-954D-20276A0F7EAE}"/>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75CA7AA-F335-4060-872F-BCD5A5964A37}"/>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C0AD28-5C1C-4052-ADCE-AA7CA6BEBDC6}"/>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0CB8FB13-9D4C-443A-9CAC-6AAEE8FBB400}"/>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4EF08E41-1120-40ED-8777-4B82D7986B85}"/>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7400DE75-B9DA-46F7-81DA-513E327C8560}"/>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4EAA84C-9271-4907-AED2-423630EFF23C}"/>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806CA26-E79A-4235-8F12-828536DD1EDA}"/>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BF527E84-19C8-4529-A1A2-F622D2445801}"/>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DCBBCBCC-97A9-4D2A-954B-1D421D3233E9}"/>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A8DF1BD-2905-4E0B-A476-1A35F639E43C}"/>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CE8510B-5D28-4F4B-AA09-9D66AAC0BA53}"/>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B87713EF-DA21-4ABE-AFA4-DE8AE1AB5B6B}"/>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E4687758-EBD9-42AA-9CBD-F174F24B4B62}"/>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4488AF1-BFCB-418E-98B3-3F94EA91E49C}"/>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9CAC42C-12FD-4AC3-945E-A1F298F321F2}"/>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6C578D6F-0D42-4E79-AFA4-D82509059CE0}"/>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77E290B7-2343-46CC-88F6-0AAAF30666FE}"/>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EA9701E-3806-4E58-A0CA-DA392A25FFC2}"/>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CBE9BCD-DDF6-4885-9B86-6D9F72C2662B}"/>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44C0A2D1-90B5-462B-BA23-CFBDB0FEF103}"/>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CD51F1AE-A850-420D-A5AC-565A4A89ADCE}"/>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D5EEE9E-6CF4-470C-9402-CC9349CAE48D}"/>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E80CEF0-F701-454D-9793-FAF7655E9E07}"/>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C75CF1FC-C864-493E-8E1B-C9E059A5AAC4}"/>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C025042E-6B35-462A-ABB3-35420AE4D1E9}"/>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390309D-68C8-4AA3-966F-D70D06B6F1E2}"/>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1DEA9D1-1930-4AB0-B1BC-A08EC6520E89}"/>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94B3F372-6684-453B-9C36-EA3AF91A8DB3}"/>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5BEF17E4-2713-4346-A322-8E5CB8B2D7CE}"/>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14C1B71A-E5D6-4F8E-9F3A-2E118B8C41E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8556577B-0C95-4613-8DEC-C28858C9DC4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743185942"/>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CA510D-F9BA-4E30-B429-E94F36AF7A5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BAA718D2-42BF-4DF6-81FB-56D9D01318E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24BED4FF-6EBE-43DB-8D2E-7A92227CC283}"/>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9B2AC6-5B0B-455F-80C4-42AB0A8DE2D6}"/>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5194DFD6-64BA-46C4-85A0-3A566362EBB1}"/>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908B76E1-E657-4206-B5D2-666A55392C52}"/>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612CB5F8-064F-4CDB-9C24-C7ABC7B332EB}"/>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B388B621-A3D9-40DC-850B-4474393F7E38}"/>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5B160E5B-6295-44B0-B617-0F84CC52B39F}"/>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08A203F-6CD1-457E-BD7D-06EDA4B5F2BC}"/>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816ECA73-0B19-445A-90B6-3CE74E80D5C7}"/>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854BCCDE-59CE-400D-ACBC-8BED5F93D117}"/>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035C54CD-21B0-4954-ABFE-BC0C8996B6A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436BAAE3-5510-4EEA-B685-CBCE4671681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593486386"/>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EED540B-D386-492E-8FCE-1811DF7FD77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9E513003-B939-4832-8744-A1D0C07D33A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A439E788-C694-479A-A6E4-8F006D2F5B0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EC192462-FE5B-4A69-B696-2604582638FB}"/>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44E807C-170C-49D1-A9DC-39B7A2468EBD}"/>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5BBD7431-B674-4399-9EEB-A8C72BC2589C}"/>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43541E2A-F0A6-4259-ADF4-10D774F79E01}"/>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3815322E-2DFF-4B17-B5AD-BBF2B86EB1EE}"/>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BE028695-B01B-4BB6-8DC6-9823A3049BF7}"/>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2F437B69-2DFF-4FEA-91D9-9EC908785399}"/>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4EA102BA-A45D-4813-8482-02E7DED0C6A1}"/>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A3BFE589-9EFC-4F8F-8F57-469E1C7AC436}"/>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E121D8C6-9C0E-4ADD-995B-9DBAA32C294B}"/>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57A728B6-28C3-480F-972A-38526F2C943D}"/>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8A5DEAA1-6B83-4FD8-97AF-782A50A146BF}"/>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48C3C09A-26C2-4002-A117-D70B7D5CDC14}"/>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628D117-DC72-494B-9260-CC30C82BBACF}"/>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23BEB999-13A6-455A-B322-D3EE8615AFD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A5A2AEEE-4C97-4DEC-AF89-DF8002017B7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228254312"/>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63C152-D24E-46E8-99A8-46DFF2F8625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4B9DC227-6D11-4590-8E24-90C08BA9B68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29239729-2DF6-4DD0-9916-3DA58969B7FA}"/>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F8940EB8-0DE3-4D98-A3E8-511A0314CB7A}"/>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692CFF9D-A1AD-48FA-84D1-13AC55CB5340}"/>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95CA9498-650F-4AD0-8BDA-6C7E4894CB97}"/>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E6070E52-D042-4F54-95E3-1BE5416C1B09}"/>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5AB011CC-89FE-4A4B-8A3F-7375C82B1EF3}"/>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0263B8C1-B86C-4D2A-A151-73A1026A1624}"/>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596C3A-1A63-449E-B4B4-2C7A85563C8B}"/>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00C79E38-0A6A-41E8-8CD2-2DD2DDFCBD3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9905B817-32FB-47E0-97D0-62A2D3F4D26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762453364"/>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3F0BF96-ED8B-4858-AA56-FBCCA5418C0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B4DB3F2A-F425-456D-B61D-7FCB35A28C1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5FD098F6-4642-45C5-AB45-99AB8CF9CB80}"/>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0FE0A2-3D73-42D5-BB4D-EC50F9358A7E}"/>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697C1465-8680-469F-A112-5BF6926184B1}"/>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5D0092C0-DDDA-4D14-9A38-6AFB4BB3A6A1}"/>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EEF7D802-2AF1-47B2-8966-2A4D14B63E29}"/>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AE5847CB-D518-4C97-B8A2-06679D600E80}"/>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CC83A325-25D1-4428-B7CE-BAAF86864265}"/>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CA38D8BA-7F87-4668-B4B7-EF6B6D0F2B45}"/>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8D3C38CA-0376-4CEB-9ED3-73867B1B5F1B}"/>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567CAF34-3120-48E1-AD3A-E8132B6DAED7}"/>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F6CB073C-726C-4834-9717-BCC571A69334}"/>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D6AD33A3-E8CD-451D-A0BC-F0D2ABB41780}"/>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7FEC7540-9AD3-4CE6-B42A-D7C100BE69B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66C94CA3-F345-4F0B-918D-82CF1C51417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8348361"/>
      </p:ext>
    </p:extLst>
  </p:cSld>
</p:sld>
</file>

<file path=ppt/slides/slide15.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1654E8-3A5C-479F-A772-8ABAF735D73B}"/>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1D039345-FE50-4BB5-9155-B73AA3CDECFF}"/>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7D2AEF8C-AB9F-4318-ABE8-7BB84273799A}"/>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F3883EF4-A7C3-4906-BEB7-14B4CA086C0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9A92DDBF-59AF-4A78-8B52-C861A09B562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378584950"/>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A4D4A4-39E1-46E4-B9B8-9A38EC24934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219B3045-0926-40BA-9FDD-C8FF1A95FE5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38DE0899-C729-4C59-8CBE-D58317ACB595}"/>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CEDBED32-A447-4978-8343-1A57A4E1B14D}"/>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b164271f4be4a7b"/>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C73EFCF-AE21-42B4-A016-F577A79FE730}"/>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9c0a3ba451f41a3"/>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1AE168E-BBA2-45D6-AC13-15AECF8F9E9E}"/>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7A4AAE66-44B6-4EB0-813D-E79DF938291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0B2FA96E-B207-48AB-A9FF-53CA0D08521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500066775"/>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2F74284-05CC-40F8-A281-6ADCDD46599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749BD376-BA24-4692-B430-DCDD31D91A4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DD0DCE31-337D-424A-AC7A-56B23C57506C}"/>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765E2108-04A0-435E-9611-703E98A8961B}"/>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ECB2E560-2960-4143-A5A8-1431FF62DB40}"/>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9B07BF99-A34D-4B0B-BD94-06F3F67AE050}"/>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6BDD6ACD-B580-4D81-8F58-3BDA522ED637}"/>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51DA2F-39C4-48B0-A01F-E95914662EA8}"/>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D0E1F5-0600-4BBF-A0FE-24664616FCF9}"/>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2AD66EB6-65DD-4748-B42B-F9249BAEBCB0}"/>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323AC64D-9792-46C3-A54B-3EA75AA8A1FA}"/>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2A2CA69D-1552-41AE-B059-A2116C9DA740}"/>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7356C645-216A-46C1-851C-AFF8366E3AF1}"/>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E1C80387-66B2-4D23-9B67-BF5C67ED47FD}"/>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D110D598-5593-4A81-868B-EBAF9B3709BC}"/>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3AB83F81-EBB7-49AE-A561-6D2A7CF7DAAB}"/>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F2B0E8CC-6640-42F5-A721-ECAF37C24DC8}"/>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0E6A38C7-A569-40BC-B1FB-E0E9F3A64F4D}"/>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3D363DDC-22B2-4B30-B9AF-9B6AEBC02FC0}"/>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AAA80E95-91DF-4CCC-A227-69C113F4AFC8}"/>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AB098A5A-2226-468E-9CF7-8DAA2618CE9D}"/>
              </a:ext>
            </a:extLst>
          </p:cNvPr>
          <p:cNvSpPr>
            <a:spLocks xmlns:a="http://schemas.openxmlformats.org/drawingml/2006/main" noGrp="1"/>
          </p:cNvSpPr>
          <p:nvPr/>
        </p:nvSpPr>
        <p:spPr>
          <a:xfrm xmlns:a="http://schemas.openxmlformats.org/drawingml/2006/main">
            <a:off x="4457700" y="25717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997A0633-4511-4B13-AB26-9B1D96451B5E}"/>
              </a:ext>
            </a:extLst>
          </p:cNvPr>
          <p:cNvSpPr>
            <a:spLocks xmlns:a="http://schemas.openxmlformats.org/drawingml/2006/main" noGrp="1"/>
          </p:cNvSpPr>
          <p:nvPr/>
        </p:nvSpPr>
        <p:spPr>
          <a:xfrm xmlns:a="http://schemas.openxmlformats.org/drawingml/2006/main">
            <a:off x="3962400" y="28194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DAE3983E-23B8-411D-A356-A9E81C9189C8}"/>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87B6E0EB-726D-4837-8378-4F51A24933AE}"/>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79DF6D31-CA5D-4C72-A48A-DF23165F9BDB}"/>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4BA3DFA8-55BD-4896-BDC4-0950413EAC71}"/>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9470CD6C-55AA-444D-9274-083EF3EB24B0}"/>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82CAB49-3690-4A56-81A3-87F171E70BDC}"/>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4072D911-1267-4A3E-B927-18DAD0C96EA3}"/>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F85901F7-36AA-403C-B53B-2A5595296097}"/>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D7E3C2F-3D1C-4986-BD6D-CB4CA8538062}"/>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9156EF0A-76AB-4CCC-A392-E42755DF4111}"/>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D72C809D-BC0E-4619-95B7-E245F50C0BC9}"/>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3B12DAF-E8FC-4CF0-9E40-2FF1E153AA32}"/>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E1FEA631-3D05-4FF5-AD0C-2110FE926DE5}"/>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451D5FAA-1FD8-4F35-BDAA-5071E01CD788}"/>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EE02C7D-E377-4549-A51C-D86E439EBED5}"/>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276FE813-4916-47CD-8705-B85C615135B8}"/>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8B2C3C1E-5764-4324-86EF-8B15742B4206}"/>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7D57964-0332-4ED1-98A5-7954497A19B4}"/>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C14D5BC6-C328-4B58-AA01-E701BDC575E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EA42A102-5408-4CC0-907F-4C018969FB8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298932573"/>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F4F2EDA-19CD-4BA7-967F-920CF486453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A4E06548-98EC-4584-8731-A182730B1C4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5AAB8E9C-F36B-4826-8073-9ED2FD4A7558}"/>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4B88C348-83BF-4CA1-9D82-F34F9F49C2ED}"/>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18B8885D-AD07-4C15-9EAB-8E216DD9A451}"/>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E8A8A3E6-203C-4C85-948E-436AD453CE40}"/>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8621213F-1036-4046-88D3-4CB14F3A0D24}"/>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F870FCC-7764-4828-995F-DED01CE81E3A}"/>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511B267C-BB35-4523-AF3F-AC07C71E7DC1}"/>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530E925-CCEA-45BB-81A8-91DAE892CA25}"/>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153540C7-32AD-46B4-9E30-00D0C73E79A3}"/>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E1295F90-1B6D-424B-BCA4-7F3EF52327EE}"/>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93617EE0-5BF3-4634-B633-C70DA809FF11}"/>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123655-B415-4B4C-9DB1-2F87DF745DA2}"/>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982B9523-34A7-4E89-9C68-8E26DDA35E88}"/>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3F1DF908-2029-47DE-A712-D964C4CFAF72}"/>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6B09C31F-C3FF-4209-B069-AD23C60E3F99}"/>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4917D979-26D4-4699-A192-4843CBB0AB83}"/>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8ED3A170-8213-47C2-A7AF-627E07EC2F48}"/>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16CC14-4176-47F3-8466-D8A8510C64DE}"/>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2C9D888A-DC2D-4DE8-AEF9-E095FE2A5B2C}"/>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87252406-ED71-4A68-99FB-7887198F9536}"/>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D9375073-4847-45FA-BFBA-FD4C4DF46F0B}"/>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AE63A325-E848-4F11-A598-A8A3403B991A}"/>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1F52A275-7E77-4B12-B753-EFAE63EC3ED9}"/>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262FA49-C6B3-4D5A-9247-88C2669FD522}"/>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CF1ACBB8-9364-4B44-B5C0-719885759377}"/>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77EE44B5-1DF3-4703-976A-E91FD988406C}"/>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0E74351B-AD55-4303-A454-11F8DE511C45}"/>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D38437B1-D2B5-4D9E-ACAD-8100D91F883B}"/>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077CAB30-15F6-4356-BC8F-A9B565C54C7A}"/>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7B587FB-427B-415F-84E3-9F0034685812}"/>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D92B6AB7-4805-4FCD-AB4F-45A15F02EB9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A18677F4-5164-469B-B426-9F60CB9C24D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919180868"/>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AA3389E-F7BA-484E-8735-DFD497A757B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0C589F14-7535-4F23-B531-E3EBB9A1F9E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DEFBE0BB-E68E-4E52-9B3C-3DEE543A67B8}"/>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FAA0DDE2-47C9-4A36-AA0D-98FD015DC0FF}"/>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1390C5E8-7B9F-4CDE-A249-2BD54A148213}"/>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5238C860-99F0-4495-AFC5-AEBFDD91A1BC}"/>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F832AF17-1A4C-427B-8371-2383D9528DEE}"/>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A319C8-11A4-4592-BFEF-0AB4D2E3BE6A}"/>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E5E39E78-A35F-4C96-93A4-2D6D23BAC38F}"/>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E5A9877B-CFBC-4709-B6A2-45915282BCE2}"/>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3940B6DF-F1E1-4CD0-B4F7-E7EF9F06BC16}"/>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635338E9-3EA7-4325-965E-797AA397402B}"/>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1D9E2CCE-35D8-4D4E-A418-E95E38620584}"/>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C7AD5A5-3DA1-4A07-9B30-E6BD10EA6191}"/>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32396B20-77E9-4ED1-992C-7B510C2C0A16}"/>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2282A6DA-F4DE-4346-AC5C-1C095D40573A}"/>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7F585F29-F685-4CA3-A637-21045E3EB5F0}"/>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5D927AE4-0732-400C-85B7-CE48A12FDED1}"/>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174903D3-2B97-4CB9-89B9-6DCF37B94DF9}"/>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AFA2634-71E6-4804-BA8D-DD724710BB24}"/>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BD381EFE-0E12-4412-A4DF-521A7217EB62}"/>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A4C1557-3C20-496E-B0B6-8735B9AFB75F}"/>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7D9C3B5B-DBDA-4F4B-B646-6078A1361B09}"/>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E4738BCB-7A00-4C63-8F64-97F01F30800E}"/>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63CFD2E6-23C6-4E9C-8E76-8C21E58A1018}"/>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2D7C2EB-F70D-4408-A1EB-C7A0A07B04FD}"/>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0238596E-620B-4D36-8799-6A14C6DF13B3}"/>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8ECDB0C2-4BC9-4EC7-8D6F-DA7EEC811B88}"/>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D6C5A20F-ECB7-4C09-A38B-91EA03241545}"/>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947C4026-0CA3-4CAE-8AFD-B64318AE75C3}"/>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B60A6C6B-0CE8-44F9-A3EE-45D0B9BA413E}"/>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8AA57D7-693C-4DFA-B6A4-BD580DFE9DD2}"/>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9FF5E15E-9B5F-4002-8780-38E7E3DF078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2F2288E0-A364-444F-81B7-49A1ACEFD99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081900286"/>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AC16EB24-AFAB-4DE7-B991-884F3A3DB9F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283976FD-FE9D-4F34-8941-E0D026DAE2F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F80F99AC-8C10-42D2-9F4A-2ACC938EE248}"/>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8A57C5DC-FD41-4476-AC88-ADC158E1889C}"/>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3D927758-305B-472E-B279-9C9637363F48}"/>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16C119C8-D967-4FA2-98C2-C23192A89F24}"/>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5994149B-9D9E-412E-BAFA-B5B707BC8656}"/>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950DD566-4C6D-4B1F-8DFA-B544A4DFE59C}"/>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C2DE869E-BB5C-42AE-94D2-ACDEEFE2AE10}"/>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6AECA46-56BE-4B14-A22E-92FA56586D6B}"/>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6B75A4FB-3CBD-428B-A2D2-EF098401EA3F}"/>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A9EDA968-414B-4F1C-932B-B157FC2065F8}"/>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C87E2DD2-38BB-4301-9853-3983B86142ED}"/>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6F8ADF92-E4D9-4639-B13B-08FDC25C451C}"/>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8373DC3A-EAC9-4587-86BF-114C20E14668}"/>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F0844F77-C065-46A5-ABB9-C8E9DE9CED06}"/>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FB21B5DA-369B-4FD5-8CF2-1C98B033B437}"/>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EF115FC0-438A-4BFE-A48B-FDC98C0E6273}"/>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2E186FC0-3620-4C1A-B29C-F27FF6F6E5D2}"/>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F92A1784-A16D-493D-A1AD-FB9491AF34D7}"/>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C6651E61-26E1-476C-AE3E-C0B728F8F568}"/>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899CE7F0-0D2B-4230-BE57-59D246DEED52}"/>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8CC0A5FD-7208-4098-9BC3-E9B97E7EE781}"/>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F750916B-4853-4F8F-A1FB-5FEF4E10B40A}"/>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8B0DC9DF-EEFF-4C58-AF03-48F59EC1FFB6}"/>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80D5F279-982B-43DF-AF47-82CEC99546F9}"/>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64E6D0D0-928F-4166-B47C-36F1645D2C60}"/>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8D303AF2-1476-4F48-8F51-D450F5DE923F}"/>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60B13F22-D971-4AE5-9F1B-4F2E5FFFD30E}"/>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5BD2E6F7-A995-4E11-AF71-186B765D7E9E}"/>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A25B356E-90A0-44C2-83BF-2110E6EC8C98}"/>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D78BE1F2-2C18-4D25-A48D-E5A0E535969D}"/>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C90CBF4C-7A06-4EF6-A95E-BB1C573B5A29}"/>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56883CAE-DBF4-4DD5-BD14-329086758738}"/>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9035EF7B-E7A6-4390-9825-3DC0B1A053D9}"/>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603D9F30-EBDE-4743-9955-601C7984E348}"/>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E2858D01-EAF3-48FA-95B3-4B1B37A10F2C}"/>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B31F3795-C179-4ADA-AC03-138601F5AFA7}"/>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59601F7F-F896-413F-8D76-F00585A66C50}"/>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6275F0A0-327A-4895-97FB-8660410A10F9}"/>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C903CBA0-D386-428C-99A6-54E00E6D6302}"/>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7190F0EC-3D42-4C6A-B44C-3AE4FFF2C666}"/>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A35BC0BF-EA59-4CF8-A3D5-9F12693C7762}"/>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5C12DC98-9883-4B67-B4C2-7EAC11D2E0CB}"/>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6A3B0604-EBED-4254-98B1-6C1C94CEC98B}"/>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306FC6FC-CCDC-4E57-B91C-84DE87D69B94}"/>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71F10FAC-BEB2-4FCB-B2FF-BF6EA321288C}"/>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1B71776E-E887-4D81-A0B2-F64E325DBDBE}"/>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B353A99D-E9E7-4B70-BB04-9F09C81CF6BE}"/>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D3B29823-6FAA-4B13-A469-63CA44C6B3E7}"/>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3F4F6D4D-FA72-4D03-89F7-74A371F36BD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E83F716E-524F-4BD5-A5D0-3FD46071A5A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106451791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35750F3-44A9-4EA5-8D64-D8482CB14D4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E809021C-91D2-419B-A16D-229FB8245E2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EB6191D8-7E1B-4733-9F0C-8E93CDBE6898}"/>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4C1F7281-0806-4DB7-AF82-861C23BCA7C2}"/>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E4F19365-C12D-41A2-BDBF-FB58BBBD5B2A}"/>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45234059-E804-4725-BA60-919E9240031B}"/>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13D76841-062A-4EF0-AF46-6A369357F468}"/>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2EDF38CA-7936-4581-AB3E-F8100C040DE6}"/>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B59D8A73-7CF6-4856-BAE9-CC1ADA87B52F}"/>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B908CC2-7802-4BC7-AAE5-AB04649457D0}"/>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871529DE-5CC4-4AD6-8F21-CEC9DA8DEBD8}"/>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EB6025D5-4D55-4DBD-B1E8-27EBA7211368}"/>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B33B1C73-3863-44EE-AAE5-C576402AF909}"/>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FADD625F-70C4-4B05-A565-D7A3CE88B58C}"/>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D3CEE31D-6841-4E81-AFD2-E2D171F48552}"/>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E1D05CF3-1CC3-41C4-AD65-3CD651E35497}"/>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36E16820-FDEC-41F9-A1D1-E8C8FCA9D5F7}"/>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F809B688-9B46-4758-9B88-3A345EAA269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F7CAF335-12A9-49C7-A017-0B90D8256B0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887223703"/>
      </p:ext>
    </p:extLst>
  </p:cSld>
</p:sld>
</file>

<file path=ppt/slides/slide2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E6E02B1-E734-4DE3-BF89-D766E90AA23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FC3B5634-F124-42A2-8823-52D945F32A7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A36F5CBC-DDBB-4B3A-9F86-92440AFA71FF}"/>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9E883DB6-FB7C-4E45-AD3C-EB0F1A42ABE5}"/>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BE9DED7C-D671-4705-9CB8-3AA8FC89E19A}"/>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11F7694A-AB99-4C1B-AF04-6EEE72C5BF6B}"/>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49EF110A-436C-46E3-A6A9-3A07C24CBBD6}"/>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62DCDA07-315E-4FED-8F47-D1A1628831D7}"/>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C59C5C9C-C58C-46AA-960A-0C7CF0A143E6}"/>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87E1D849-F2E1-454B-867C-E46AC25320B3}"/>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83B1BE66-C767-4723-8840-D4EA384D5CB5}"/>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3F7AF7C2-8A93-4289-8950-C4030619978A}"/>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FD28A3A2-0052-4199-8484-B89C6B4C6B67}"/>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9116AC2B-119E-4F75-AFF3-0119D0CEE6E4}"/>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56ADFD3A-AAD7-4F62-825C-4B08548B8D71}"/>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49CC6BC-FC80-40EC-A4EF-7A96AFD86BEF}"/>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2966F146-21F8-4ADF-BF2B-412148279A9D}"/>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238119C-EA1D-42B4-B898-8D27EA6CFE97}"/>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7F1B6FB6-A4B8-4155-B1DA-3D0670CFA4A8}"/>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EFE10EAD-624A-48DD-ACB7-23A8CED8E9AC}"/>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57B4522D-9635-418B-964E-6AC9103721AD}"/>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5FED8B43-729A-4CFE-A063-7B9454F027C2}"/>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8CBE08F4-C52A-4315-A676-E74884B0DD82}"/>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B2663F72-95FF-4A91-808F-01402E648E21}"/>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813796F5-7734-444B-9172-05D82955BDE8}"/>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BA3C2DC-954D-4B3D-81E3-16466F8DC32C}"/>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6C2C091E-8619-4F56-8974-A3B3E184BC04}"/>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661684CC-9E54-402C-B393-F2C2638D29CE}"/>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882B7B7B-038D-4902-9B7A-14D7969C6F60}"/>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244D81BA-523B-4F79-B2D3-5F6C52877A3C}"/>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FA9468EA-842D-489B-A2EC-B88677688C0B}"/>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B7C51533-217E-44D5-A378-AD700F8B547C}"/>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4FB9D3B2-9A28-4AE9-9F6A-FDFE41F1BB47}"/>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846F2C37-56CB-4C29-A516-0B5308FC9E2D}"/>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6C5D77E0-6D98-4246-BF95-3DFC1F9D16C8}"/>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F003F548-498B-4814-B04D-491B45743267}"/>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ED8A4FD3-05EB-4953-8A62-ECB19B9BC652}"/>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3BD00C56-EBC0-4899-8955-A34FBD12C40A}"/>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85AF95FE-B509-4161-AE82-0910B910613E}"/>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279BC9C6-4FE7-49F9-A35E-E70BDA53E505}"/>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A84D2A5D-D8C2-40DB-9A8B-A80FEF171647}"/>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8BC01AF1-09BA-460C-AF45-289CEFEAEC62}"/>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690AF72B-7FBE-4AAE-9F68-E855DA61D1C3}"/>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4A56C8A-6602-4B14-ABEB-C21E1A7FB0A7}"/>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B9C4C0F3-55AA-47B4-AEA0-9532B872953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C30F22E5-D2F2-4BB4-BAE4-EBCFEBD3E31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2015735526"/>
      </p:ext>
    </p:extLst>
  </p:cSld>
</p:sld>
</file>

<file path=ppt/slides/slide2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BE0056-D246-4F36-A0A4-5A529640D41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06A82E17-B172-4879-92A9-14D0FA09FB4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DDF99176-945F-46B3-8303-D81452AEFA5A}"/>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EE1E29C6-5741-44A4-965F-59B9CF23FA0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925C2431-151C-4FDE-80A7-55237BBC780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23</a:t>
            </a:r>
          </a:p>
        </p:txBody>
      </p:sp>
    </p:spTree>
    <p:extLst>
      <p:ext uri="{BB962C8B-B14F-4D97-AF65-F5344CB8AC3E}">
        <p14:creationId xmlns:p14="http://schemas.microsoft.com/office/powerpoint/2010/main" val="514491300"/>
      </p:ext>
    </p:extLst>
  </p:cSld>
</p:sld>
</file>

<file path=ppt/slides/slide24.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B7A7CF2-3D00-49DA-A6BA-BE4DE718BF4C}"/>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A3F66A43-1695-4AF2-94C6-4D270174FA1A}"/>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D13FC206-96F7-434B-9A8E-7E43405EED55}"/>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88C7DA80-E455-4D6B-BC9A-90B07CA2ED81}"/>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74C8D844-C5A4-4881-9F5F-2BDDA71D5E54}"/>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9FE42A3A-E9EE-4E95-9610-C77762E43823}"/>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82B6B200-25AF-40E2-BB64-33E588692ACE}"/>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67E46265-2F4F-4CA9-9121-C88CFEEE9597}"/>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562E8617-2B95-4854-B7DE-2AD6DC8B75E0}"/>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61A7C1C4-527E-4353-89B1-56777AC1B8B0}"/>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B9535089-B1D8-4C55-9764-AAD0ED3EBC99}"/>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E9E78558-2DCC-4B4C-93F9-C620D0B7ABD3}"/>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A8C88A0D-E3A2-429C-B08B-85E8E573507D}"/>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75777F08-FA0C-4943-A2C0-BF0B61073ADC}"/>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CBF1AF4C-9AA2-405B-B866-720DBCB6A949}"/>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00D5D8C8-072A-4357-B957-D071376B746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FA4E4CFA-B000-4FF3-87AD-4BE3271C368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24</a:t>
            </a:r>
          </a:p>
        </p:txBody>
      </p:sp>
    </p:spTree>
    <p:extLst>
      <p:ext uri="{BB962C8B-B14F-4D97-AF65-F5344CB8AC3E}">
        <p14:creationId xmlns:p14="http://schemas.microsoft.com/office/powerpoint/2010/main" val="753643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2026-09-19T07:16:28.4100000Z</dcterms:created>
  <dcterms:modified xsi:type="dcterms:W3CDTF">2026-09-19T07:16:28.4100000Z</dcterms:modified>
</coreProperties>
</file>