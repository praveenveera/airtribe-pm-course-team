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1da6b67ca3472c" /><Relationship Type="http://schemas.openxmlformats.org/officeDocument/2006/relationships/extended-properties" Target="/docProps/app.xml" Id="R8e7631bbad264d74" /><Relationship Type="http://schemas.openxmlformats.org/officeDocument/2006/relationships/officeDocument" Target="/ppt/presentation.xml" Id="R45d967bf509044f4" /></Relationships>
</file>

<file path=ppt/presentation.xml><?xml version="1.0" encoding="utf-8"?>
<p:presentation xmlns:p="http://schemas.openxmlformats.org/presentationml/2006/main">
  <p:sldMasterIdLst>
    <p:sldMasterId xmlns:r="http://schemas.openxmlformats.org/officeDocument/2006/relationships" id="2147483648" r:id="R4457f5169456496b"/>
  </p:sldMasterIdLst>
  <p:notesMasterIdLst>
    <p:notesMasterId xmlns:r="http://schemas.openxmlformats.org/officeDocument/2006/relationships" r:id="R601c74e42ebe44d1"/>
  </p:notesMasterIdLst>
  <p:sldIdLst>
    <p:sldId xmlns:r="http://schemas.openxmlformats.org/officeDocument/2006/relationships" id="256" r:id="R74b140059502478a"/>
    <p:sldId xmlns:r="http://schemas.openxmlformats.org/officeDocument/2006/relationships" id="257" r:id="Rd874890dd6a84f84"/>
    <p:sldId xmlns:r="http://schemas.openxmlformats.org/officeDocument/2006/relationships" id="258" r:id="Raa30ff9391114fab"/>
    <p:sldId xmlns:r="http://schemas.openxmlformats.org/officeDocument/2006/relationships" id="259" r:id="R49b08b516bc7449a"/>
    <p:sldId xmlns:r="http://schemas.openxmlformats.org/officeDocument/2006/relationships" id="260" r:id="R7d8860e39d2d4e47"/>
    <p:sldId xmlns:r="http://schemas.openxmlformats.org/officeDocument/2006/relationships" id="261" r:id="Ra260942844964b62"/>
    <p:sldId xmlns:r="http://schemas.openxmlformats.org/officeDocument/2006/relationships" id="262" r:id="Rdec9b77ec89e4bb4"/>
    <p:sldId xmlns:r="http://schemas.openxmlformats.org/officeDocument/2006/relationships" id="263" r:id="R6d8f97f2941a4c2c"/>
    <p:sldId xmlns:r="http://schemas.openxmlformats.org/officeDocument/2006/relationships" id="264" r:id="R07830c56e3214508"/>
    <p:sldId xmlns:r="http://schemas.openxmlformats.org/officeDocument/2006/relationships" id="265" r:id="Rd28937520b7044fb"/>
    <p:sldId xmlns:r="http://schemas.openxmlformats.org/officeDocument/2006/relationships" id="266" r:id="R8817c237cf7547ff"/>
    <p:sldId xmlns:r="http://schemas.openxmlformats.org/officeDocument/2006/relationships" id="267" r:id="R40fc42185cba441d"/>
    <p:sldId xmlns:r="http://schemas.openxmlformats.org/officeDocument/2006/relationships" id="268" r:id="Rcbdecc11632645ef"/>
    <p:sldId xmlns:r="http://schemas.openxmlformats.org/officeDocument/2006/relationships" id="269" r:id="R7c87b259cd6c4ced"/>
    <p:sldId xmlns:r="http://schemas.openxmlformats.org/officeDocument/2006/relationships" id="270" r:id="R77febf2f62434b5e"/>
    <p:sldId xmlns:r="http://schemas.openxmlformats.org/officeDocument/2006/relationships" id="271" r:id="R06dc2af9674d4ba7"/>
    <p:sldId xmlns:r="http://schemas.openxmlformats.org/officeDocument/2006/relationships" id="272" r:id="R272659f38c5a40f3"/>
    <p:sldId xmlns:r="http://schemas.openxmlformats.org/officeDocument/2006/relationships" id="273" r:id="R50527fcf5a564ab3"/>
    <p:sldId xmlns:r="http://schemas.openxmlformats.org/officeDocument/2006/relationships" id="274" r:id="R1ef2385f1a984cf4"/>
    <p:sldId xmlns:r="http://schemas.openxmlformats.org/officeDocument/2006/relationships" id="275" r:id="Rf9c5d603b0154c41"/>
    <p:sldId xmlns:r="http://schemas.openxmlformats.org/officeDocument/2006/relationships" id="276" r:id="Rad5597411c8c467a"/>
    <p:sldId xmlns:r="http://schemas.openxmlformats.org/officeDocument/2006/relationships" id="277" r:id="R06917b1429de4783"/>
    <p:sldId xmlns:r="http://schemas.openxmlformats.org/officeDocument/2006/relationships" id="278" r:id="Rc00ba95a86374d42"/>
    <p:sldId xmlns:r="http://schemas.openxmlformats.org/officeDocument/2006/relationships" id="279" r:id="Rd428cc2bd71d45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04accd334d48b8" /><Relationship Type="http://schemas.openxmlformats.org/officeDocument/2006/relationships/slideMaster" Target="/ppt/slideMasters/slideMaster1.xml" Id="R4457f5169456496b" /><Relationship Type="http://schemas.openxmlformats.org/officeDocument/2006/relationships/notesMaster" Target="/ppt/notesMasters/notesMaster1.xml" Id="R601c74e42ebe44d1" /><Relationship Type="http://schemas.openxmlformats.org/officeDocument/2006/relationships/presProps" Target="/ppt/presProps.xml" Id="R21d3c68b2cf04841" /><Relationship Type="http://schemas.openxmlformats.org/officeDocument/2006/relationships/tableStyles" Target="/ppt/tableStyles.xml" Id="R38596afc480c4155" /><Relationship Type="http://schemas.openxmlformats.org/officeDocument/2006/relationships/slide" Target="/ppt/slides/slide1.xml" Id="R74b140059502478a" /><Relationship Type="http://schemas.openxmlformats.org/officeDocument/2006/relationships/slide" Target="/ppt/slides/slide2.xml" Id="Rd874890dd6a84f84" /><Relationship Type="http://schemas.openxmlformats.org/officeDocument/2006/relationships/slide" Target="/ppt/slides/slide3.xml" Id="Raa30ff9391114fab" /><Relationship Type="http://schemas.openxmlformats.org/officeDocument/2006/relationships/slide" Target="/ppt/slides/slide4.xml" Id="R49b08b516bc7449a" /><Relationship Type="http://schemas.openxmlformats.org/officeDocument/2006/relationships/slide" Target="/ppt/slides/slide5.xml" Id="R7d8860e39d2d4e47" /><Relationship Type="http://schemas.openxmlformats.org/officeDocument/2006/relationships/slide" Target="/ppt/slides/slide6.xml" Id="Ra260942844964b62" /><Relationship Type="http://schemas.openxmlformats.org/officeDocument/2006/relationships/slide" Target="/ppt/slides/slide7.xml" Id="Rdec9b77ec89e4bb4" /><Relationship Type="http://schemas.openxmlformats.org/officeDocument/2006/relationships/slide" Target="/ppt/slides/slide8.xml" Id="R6d8f97f2941a4c2c" /><Relationship Type="http://schemas.openxmlformats.org/officeDocument/2006/relationships/slide" Target="/ppt/slides/slide9.xml" Id="R07830c56e3214508" /><Relationship Type="http://schemas.openxmlformats.org/officeDocument/2006/relationships/slide" Target="/ppt/slides/slide10.xml" Id="Rd28937520b7044fb" /><Relationship Type="http://schemas.openxmlformats.org/officeDocument/2006/relationships/slide" Target="/ppt/slides/slide11.xml" Id="R8817c237cf7547ff" /><Relationship Type="http://schemas.openxmlformats.org/officeDocument/2006/relationships/slide" Target="/ppt/slides/slide12.xml" Id="R40fc42185cba441d" /><Relationship Type="http://schemas.openxmlformats.org/officeDocument/2006/relationships/slide" Target="/ppt/slides/slide13.xml" Id="Rcbdecc11632645ef" /><Relationship Type="http://schemas.openxmlformats.org/officeDocument/2006/relationships/slide" Target="/ppt/slides/slide14.xml" Id="R7c87b259cd6c4ced" /><Relationship Type="http://schemas.openxmlformats.org/officeDocument/2006/relationships/slide" Target="/ppt/slides/slide15.xml" Id="R77febf2f62434b5e" /><Relationship Type="http://schemas.openxmlformats.org/officeDocument/2006/relationships/slide" Target="/ppt/slides/slide16.xml" Id="R06dc2af9674d4ba7" /><Relationship Type="http://schemas.openxmlformats.org/officeDocument/2006/relationships/slide" Target="/ppt/slides/slide17.xml" Id="R272659f38c5a40f3" /><Relationship Type="http://schemas.openxmlformats.org/officeDocument/2006/relationships/slide" Target="/ppt/slides/slide18.xml" Id="R50527fcf5a564ab3" /><Relationship Type="http://schemas.openxmlformats.org/officeDocument/2006/relationships/slide" Target="/ppt/slides/slide19.xml" Id="R1ef2385f1a984cf4" /><Relationship Type="http://schemas.openxmlformats.org/officeDocument/2006/relationships/slide" Target="/ppt/slides/slide20.xml" Id="Rf9c5d603b0154c41" /><Relationship Type="http://schemas.openxmlformats.org/officeDocument/2006/relationships/slide" Target="/ppt/slides/slide21.xml" Id="Rad5597411c8c467a" /><Relationship Type="http://schemas.openxmlformats.org/officeDocument/2006/relationships/slide" Target="/ppt/slides/slide22.xml" Id="R06917b1429de4783" /><Relationship Type="http://schemas.openxmlformats.org/officeDocument/2006/relationships/slide" Target="/ppt/slides/slide23.xml" Id="Rc00ba95a86374d42" /><Relationship Type="http://schemas.openxmlformats.org/officeDocument/2006/relationships/slide" Target="/ppt/slides/slide24.xml" Id="Rd428cc2bd71d45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25fd9d6a5d42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000524183a4ad5" /><Relationship Type="http://schemas.openxmlformats.org/officeDocument/2006/relationships/notesMaster" Target="/ppt/notesMasters/notesMaster1.xml" Id="Re0092547938b4c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df60b421fc4b69" /><Relationship Type="http://schemas.openxmlformats.org/officeDocument/2006/relationships/notesMaster" Target="/ppt/notesMasters/notesMaster1.xml" Id="Rf6c40577b66a44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40e881f50d406b" /><Relationship Type="http://schemas.openxmlformats.org/officeDocument/2006/relationships/notesMaster" Target="/ppt/notesMasters/notesMaster1.xml" Id="R9361e26e6f5148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b2e8bdeb7f4d67" /><Relationship Type="http://schemas.openxmlformats.org/officeDocument/2006/relationships/notesMaster" Target="/ppt/notesMasters/notesMaster1.xml" Id="Ra05e9be26cde49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02c32f5c3c4ca5" /><Relationship Type="http://schemas.openxmlformats.org/officeDocument/2006/relationships/notesMaster" Target="/ppt/notesMasters/notesMaster1.xml" Id="R78297aac6ac249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bf548cfe3d429a" /><Relationship Type="http://schemas.openxmlformats.org/officeDocument/2006/relationships/notesMaster" Target="/ppt/notesMasters/notesMaster1.xml" Id="R037d1ac1aef941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7fc32d9e5047b2" /><Relationship Type="http://schemas.openxmlformats.org/officeDocument/2006/relationships/notesMaster" Target="/ppt/notesMasters/notesMaster1.xml" Id="R1f5e8b481eb44c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0b53cbf9814249" /><Relationship Type="http://schemas.openxmlformats.org/officeDocument/2006/relationships/notesMaster" Target="/ppt/notesMasters/notesMaster1.xml" Id="R0c606dfb175845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41897c4b6c498d" /><Relationship Type="http://schemas.openxmlformats.org/officeDocument/2006/relationships/notesMaster" Target="/ppt/notesMasters/notesMaster1.xml" Id="R95414a1b10c747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e337df81e8498a" /><Relationship Type="http://schemas.openxmlformats.org/officeDocument/2006/relationships/notesMaster" Target="/ppt/notesMasters/notesMaster1.xml" Id="R4d26cfd4f0b94f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aaa59b72784ce4" /><Relationship Type="http://schemas.openxmlformats.org/officeDocument/2006/relationships/notesMaster" Target="/ppt/notesMasters/notesMaster1.xml" Id="R6424022872f949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ae0790d67747a9" /><Relationship Type="http://schemas.openxmlformats.org/officeDocument/2006/relationships/notesMaster" Target="/ppt/notesMasters/notesMaster1.xml" Id="R31cff99a4a4541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2a459e900644c3" /><Relationship Type="http://schemas.openxmlformats.org/officeDocument/2006/relationships/notesMaster" Target="/ppt/notesMasters/notesMaster1.xml" Id="R4e21f75febf14e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5d19c15549401a" /><Relationship Type="http://schemas.openxmlformats.org/officeDocument/2006/relationships/notesMaster" Target="/ppt/notesMasters/notesMaster1.xml" Id="Rb171eb44eeed4c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8e36953ce0485b" /><Relationship Type="http://schemas.openxmlformats.org/officeDocument/2006/relationships/notesMaster" Target="/ppt/notesMasters/notesMaster1.xml" Id="Rbba2097bf1c3449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7b569ae7d74774" /><Relationship Type="http://schemas.openxmlformats.org/officeDocument/2006/relationships/notesMaster" Target="/ppt/notesMasters/notesMaster1.xml" Id="R3af0e25fdd174c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a00f2e69b048f9" /><Relationship Type="http://schemas.openxmlformats.org/officeDocument/2006/relationships/notesMaster" Target="/ppt/notesMasters/notesMaster1.xml" Id="R0a7e2c73c3d741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4b7095b57e4747" /><Relationship Type="http://schemas.openxmlformats.org/officeDocument/2006/relationships/notesMaster" Target="/ppt/notesMasters/notesMaster1.xml" Id="R12e96ec534a349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c2a19ef094949aa" /><Relationship Type="http://schemas.openxmlformats.org/officeDocument/2006/relationships/notesMaster" Target="/ppt/notesMasters/notesMaster1.xml" Id="R51577aedd9664b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f1073ffa1904f8a" /><Relationship Type="http://schemas.openxmlformats.org/officeDocument/2006/relationships/notesMaster" Target="/ppt/notesMasters/notesMaster1.xml" Id="Rfe2c15fbcaae4fe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58de8910614f0f" /><Relationship Type="http://schemas.openxmlformats.org/officeDocument/2006/relationships/notesMaster" Target="/ppt/notesMasters/notesMaster1.xml" Id="Re6fb9ac76fcd44c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50914cc4fdf4c33" /><Relationship Type="http://schemas.openxmlformats.org/officeDocument/2006/relationships/notesMaster" Target="/ppt/notesMasters/notesMaster1.xml" Id="R53f0d2490e4a429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b96963822d04d7f" /><Relationship Type="http://schemas.openxmlformats.org/officeDocument/2006/relationships/notesMaster" Target="/ppt/notesMasters/notesMaster1.xml" Id="Rd719f2611dab4a9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ae49d026bf4983" /><Relationship Type="http://schemas.openxmlformats.org/officeDocument/2006/relationships/notesMaster" Target="/ppt/notesMasters/notesMaster1.xml" Id="R42d6cf1a4bc34b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the stressful moment when a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English, Telugu, and Hindi, with separate rider and driver questions.</a:t>
            </a:r>
          </a:p>
          <a:p xmlns:a="http://schemas.openxmlformats.org/drawingml/2006/main">
            <a:r>
              <a:t/>
            </a:r>
          </a:p>
          <a:p xmlns:a="http://schemas.openxmlformats.org/drawingml/2006/main">
            <a:r>
              <a:t>After removing one duplicate, I had sixty-two responses: fifty-eight riders and four drivers. Thirty people wrote answers, and eleven shared detailed experiences. This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 services use meeting points, pickup notes, pictures, and access information. These are possible approaches, but they do not prove local demand. The opportunity is better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 The survey points to airports, gated communities, malls, offices, and stations.</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recover today. The rider is the main user, and the driver is also affected. Success means fewer calls and a faster trip start.</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Before writing the statement, I checked five questions. Who? A rider at a complex pickup, with the driver also affected. What? No shared meeting point. Where? Airports, gated homes, malls, offices, and stations. When? As the driver approaches or arrives. Why? The extra coordination creates waiting and delay.</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Framework adapted from the user-provided 5W problem-framing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final statement is this. At selected complex locations, a generally correct pin may still fail to create one shared meeting point. This causes calls, waiting, movement, and delay. It does not apply to every ride. The survey is directional, so interviews and stronger driver evidence are still needed.</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Format adapted from the user-provided What Makes a Good Problem Statement reference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it before. Twenty said calling or messaging helped, while six said nothing helped. These numbers describe this sample only, not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their evidence.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checks whether the project defined a real user problem before choosing a feature. The frame is specific: complex-location riders and their drivers lack one clear meeting point even when the pin shows the general area. The survey supports the pain and recovery behavior, but validation remains directional because there were no moderated interviews, only four driver responses, and no reliable pickup event data.</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a:p xmlns:a="http://schemas.openxmlformats.org/drawingml/2006/main">
            <a:r>
              <a:t>Local evidence: Sanitized-Survey-Evidence.xlsx,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7903c57ccf47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1ed44d682a4e0b" /><Relationship Type="http://schemas.openxmlformats.org/officeDocument/2006/relationships/slideLayout" Target="/ppt/slideLayouts/slideLayout1.xml" Id="R06431b0205bf47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431b0205bf47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2c349f62d444c0" /><Relationship Type="http://schemas.openxmlformats.org/officeDocument/2006/relationships/notesSlide" Target="/ppt/notesSlides/notesSlide1.xml" Id="Re874441c2e2240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87acfeb0394376" /><Relationship Type="http://schemas.openxmlformats.org/officeDocument/2006/relationships/image" Target="/ppt/media/image.png" Id="Rbe6320265af44575" /><Relationship Type="http://schemas.openxmlformats.org/officeDocument/2006/relationships/hyperlink" Target="https://praveenveera.github.io/uber-pickup-survey/" TargetMode="External" Id="Rc89ac09d6d0b4243" /><Relationship Type="http://schemas.openxmlformats.org/officeDocument/2006/relationships/notesSlide" Target="/ppt/notesSlides/notesSlide2.xml" Id="Rd2be6d094d214a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02c504515c4b03" /><Relationship Type="http://schemas.openxmlformats.org/officeDocument/2006/relationships/notesSlide" Target="/ppt/notesSlides/notesSlide3.xml" Id="R748c0fca710849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b253d6d35e4f05" /><Relationship Type="http://schemas.openxmlformats.org/officeDocument/2006/relationships/notesSlide" Target="/ppt/notesSlides/notesSlide4.xml" Id="Ra68a8f3c94cd45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b0f8d3f3c640d7" /><Relationship Type="http://schemas.openxmlformats.org/officeDocument/2006/relationships/notesSlide" Target="/ppt/notesSlides/notesSlide5.xml" Id="R10dfa42a96e241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c277eb450d40a4" /><Relationship Type="http://schemas.openxmlformats.org/officeDocument/2006/relationships/notesSlide" Target="/ppt/notesSlides/notesSlide6.xml" Id="R4dd4a1c0069442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f645f886e84139" /><Relationship Type="http://schemas.openxmlformats.org/officeDocument/2006/relationships/notesSlide" Target="/ppt/notesSlides/notesSlide7.xml" Id="R4bd353c26b204e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233dd9d22f4716" /><Relationship Type="http://schemas.openxmlformats.org/officeDocument/2006/relationships/notesSlide" Target="/ppt/notesSlides/notesSlide8.xml" Id="R0348f5855c6d4b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438c8c1ec14dec" /><Relationship Type="http://schemas.openxmlformats.org/officeDocument/2006/relationships/notesSlide" Target="/ppt/notesSlides/notesSlide9.xml" Id="R0b24f27563ef40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502f29f91b4cb8" /><Relationship Type="http://schemas.openxmlformats.org/officeDocument/2006/relationships/notesSlide" Target="/ppt/notesSlides/notesSlide10.xml" Id="R27282878740b4d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555df3d65a4597" /><Relationship Type="http://schemas.openxmlformats.org/officeDocument/2006/relationships/notesSlide" Target="/ppt/notesSlides/notesSlide11.xml" Id="R80205d3f4bea43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5add11c3c44941" /><Relationship Type="http://schemas.openxmlformats.org/officeDocument/2006/relationships/notesSlide" Target="/ppt/notesSlides/notesSlide12.xml" Id="Reb0942aad3c746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0e7b55c2b644e0c" /><Relationship Type="http://schemas.openxmlformats.org/officeDocument/2006/relationships/notesSlide" Target="/ppt/notesSlides/notesSlide13.xml" Id="R6d5c7803044447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449d69fb8c84576" /><Relationship Type="http://schemas.openxmlformats.org/officeDocument/2006/relationships/notesSlide" Target="/ppt/notesSlides/notesSlide14.xml" Id="Re780110709294f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046bc265f89417a" /><Relationship Type="http://schemas.openxmlformats.org/officeDocument/2006/relationships/notesSlide" Target="/ppt/notesSlides/notesSlide15.xml" Id="Re5e95a5253bf41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a8138058b3147dd" /><Relationship Type="http://schemas.openxmlformats.org/officeDocument/2006/relationships/image" Target="/ppt/media/image2.png" Id="Rd6dde28c8fde4b46" /><Relationship Type="http://schemas.openxmlformats.org/officeDocument/2006/relationships/image" Target="/ppt/media/image3.png" Id="Rb9e2f2123cae415c" /><Relationship Type="http://schemas.openxmlformats.org/officeDocument/2006/relationships/notesSlide" Target="/ppt/notesSlides/notesSlide16.xml" Id="R3627fb0b7b934ca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fcf164a8ca3465b" /><Relationship Type="http://schemas.openxmlformats.org/officeDocument/2006/relationships/notesSlide" Target="/ppt/notesSlides/notesSlide17.xml" Id="R09e687234524436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d60808e243f4f58" /><Relationship Type="http://schemas.openxmlformats.org/officeDocument/2006/relationships/notesSlide" Target="/ppt/notesSlides/notesSlide18.xml" Id="R0cc6e28a5e344c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f180e1470ff4716" /><Relationship Type="http://schemas.openxmlformats.org/officeDocument/2006/relationships/notesSlide" Target="/ppt/notesSlides/notesSlide19.xml" Id="R273e439afe6c452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d8bbd057b7d4eda" /><Relationship Type="http://schemas.openxmlformats.org/officeDocument/2006/relationships/notesSlide" Target="/ppt/notesSlides/notesSlide20.xml" Id="Rb9b0c29ebe8348e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7201448fdb40e9" /><Relationship Type="http://schemas.openxmlformats.org/officeDocument/2006/relationships/notesSlide" Target="/ppt/notesSlides/notesSlide21.xml" Id="R480992a2c19247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dc6a8c6c2d54b8d" /><Relationship Type="http://schemas.openxmlformats.org/officeDocument/2006/relationships/notesSlide" Target="/ppt/notesSlides/notesSlide22.xml" Id="Rd50ccd0eea2448c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4114b0e33ce490b" /><Relationship Type="http://schemas.openxmlformats.org/officeDocument/2006/relationships/notesSlide" Target="/ppt/notesSlides/notesSlide23.xml" Id="Rb82be49caf5441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35116af8cb74fc3" /><Relationship Type="http://schemas.openxmlformats.org/officeDocument/2006/relationships/notesSlide" Target="/ppt/notesSlides/notesSlide24.xml" Id="R7385d7a0ecca43e6"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C32939F-D888-4750-9D4B-0DC80EB13BE4}"/>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905848CB-728A-443D-9907-BC4E713D1DEB}"/>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4A60103F-B056-4F83-8DC5-8FF97AA62E2D}"/>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D6D2A2A2-BE92-4D50-9D1C-8E6836296EA2}"/>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11980B-E260-4A6F-AA8C-302A0D3C0CB3}"/>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9CD888D3-EEB8-4D5B-87D8-D745C247FFF6}"/>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E96C2149-2EA2-4B7A-AEDB-2A5266BDD97C}"/>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291C78-6FA2-4EAA-87C6-CBD0143B1D9F}"/>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10B1A28C-71E8-4988-AF98-59FA6CFAF763}"/>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6CEAA0F4-F7E6-44E3-A6DB-249F5AB57F08}"/>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A2423B6-ED5E-41BE-AE89-059400426726}"/>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BDEA819C-B532-4327-A37C-67E152A991A3}"/>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C4508197-EB0C-41E0-86F4-7486BD055C16}"/>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E1B0A5A-B084-4B88-B569-130D929C1F99}"/>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878E99EF-7E38-489F-AE1A-E8B8C7533600}"/>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25099DEE-6548-40B1-8DE8-83F2CD596064}"/>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672192896"/>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CCE7FD1-DC0F-48BB-990A-AEC925E29E5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60460FB3-64F9-4C52-A5C3-E9202DE83874}"/>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DC35F2E3-A673-45C0-B2D6-42F5A6F7F6E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7851EFE9-F089-4F7B-9A4D-7D2AA8BCE935}"/>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FDE2ACF-B6A4-4491-BEAC-93AD7155A9C2}"/>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17F1FD12-3D5C-43FB-AD0D-4BA89090CA10}"/>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ADB513F2-3CFD-49EF-829E-46763A6C9A3F}"/>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A8EAA061-281A-44DC-BDAF-79500B5F4D4B}"/>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D25B5A4F-E9C2-47D9-A73E-BC3C398FF792}"/>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9FB74B6A-0FC1-4E7E-8496-23A480A8E268}"/>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33CB04B8-9EC4-4DA7-A999-CBAAAD3BE746}"/>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F0F047B2-73B0-4351-8892-A2C6D575AF46}"/>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85BA175F-780B-4EEA-8776-41A69C4546C8}"/>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EB9B8225-D61D-40CA-8378-51556B209D85}"/>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e6320265af44575"/>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70BA288-347D-4642-8F29-C289E1761486}"/>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c89ac09d6d0b4243"/>
              </a:rPr>
              <a:t>https://praveenveera.github.io/uber-pickup-survey/</a:t>
            </a:r>
          </a:p>
        </p:txBody>
      </p:sp>
      <p:sp>
        <p:nvSpPr>
          <p:cNvPr id="17" name="">
            <a:extLst xmlns:a="http://schemas.openxmlformats.org/drawingml/2006/main">
              <a:ext uri="{FF2B5EF4-FFF2-40B4-BE49-F238E27FC236}">
                <a16:creationId xmlns:a16="http://schemas.microsoft.com/office/drawing/2014/main" id="{63270BDA-03B3-4BE8-83F3-0442F64250BA}"/>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E33BF9F8-A4F5-4A86-81CB-CBD028B9CC86}"/>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92B802E8-B308-4F7C-A399-FB19AAB7295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7F7F6FBF-9666-4424-86ED-48C63242C1D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1717687402"/>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BB86971-BF73-459A-AD97-768DC2195B6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8EE59C7E-AD8B-4C8C-AF57-CC1583B7E5C2}"/>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F9345E6C-5D0A-434D-8FCC-6F101151ADC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B5BEC3CC-1D62-4D4A-87B1-14D8B19FAA15}"/>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F9AEC6B0-1992-4225-9638-166FCFE0E84B}"/>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9B96468A-BD63-4340-A034-500E8DBD9FF5}"/>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A4081460-CB46-4B3B-B3CD-36CAB0415C39}"/>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A13FABF4-042F-493D-B45F-1C35426DE2D7}"/>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77FD0D28-68B6-4C0B-AA3A-C1FE9F2ABF6C}"/>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CCA1A4B0-E07E-4496-8DF0-1E73AFF0A597}"/>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5E56C5F5-6489-4242-AAE1-6505BB3D41B1}"/>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D288A770-73CE-49CC-A4A8-0D5FCE8F0F20}"/>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203B3655-B193-4CCE-89FB-4E6C37B344B5}"/>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F637272-5FED-43A0-A8A7-B7BC02E54BB4}"/>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9232E926-8AE0-4A93-9AA9-123937210210}"/>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D880451E-2264-437E-B879-31878F109132}"/>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9764BF2-BF74-4C2C-897D-90066B4D1089}"/>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FCE56A4B-2C1E-4C7C-90B3-9624D6E4560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2BF9DE57-C277-4CB5-AB13-5B24C9D453C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133241883"/>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1958B89-C135-4D7E-A7EB-3BB060368C3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AF3E8511-FAF1-48BE-8668-3B5B517C8256}"/>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7C5A4735-E6DE-4BFE-81C6-725B958FB651}"/>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88A7F5B2-FF03-4EBC-BD70-C548F58DA117}"/>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C84C52F9-A707-4459-9F2C-0195CD61322D}"/>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0B1A9EA0-2B31-4419-AF26-C0A039CE0564}"/>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4FF900AE-7D49-408A-B149-8F1DFAF49492}"/>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1E657BC4-94F2-42E3-A6FA-1DE5C756860D}"/>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5E7A08A2-13A1-4CA0-B048-89BC837B382D}"/>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66DFD1BB-0E0A-438B-9781-09516D312925}"/>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EFF55B76-E360-4F97-BE34-2A1EA2B2C67E}"/>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DBBD05F6-026C-4B7A-B3C4-0C4E96310418}"/>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7F59A915-D6E6-4D0E-A045-C2B2935DDB47}"/>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505B221-B0BF-44BE-B142-8AD462520C95}"/>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97E7D0EA-03AE-4522-8EE5-6F4E3F8BECD3}"/>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19BAE6AE-D2C7-436E-B2E8-2DABB71025F6}"/>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CFDA6E3-9EA0-40B3-B8A0-ED638416A15F}"/>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2E11302D-1A58-4FBF-AACC-B6A96A9778C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E21E2AE9-E410-4F1F-BC33-985EFF43407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157296577"/>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4EAC95C-9F55-4B7D-890C-7B35C18F857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B863ADC3-1CDC-4B06-B2BD-6D8566AB462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D9697794-3E0F-494B-9303-0B8AD3B4EDC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B1DA6C3D-0398-4D91-A6F2-CC5AD3402D8E}"/>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DFBDB0-E667-4CCE-ACD7-647DE108C661}"/>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AC35903E-998D-4260-94A8-BF54D96A26EE}"/>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CA4B36C3-846E-4B18-8D32-1BA7982D1622}"/>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DFBDF1AF-C2E9-44AC-BDC4-439702D06B0C}"/>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B90E6C40-A728-433F-8460-1839E53C428C}"/>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FD585CDA-5171-4CF7-A5F0-C44C4DCC4FFC}"/>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0425E46D-AF18-4096-B0EC-0DC16B8800CE}"/>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CA9B069A-0D31-46C6-8A3B-37F4ED5B7657}"/>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EEF94F-AB36-457D-851C-00368E8D847B}"/>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F7F99EF1-B57F-41C0-9AB8-ECC2A0EC302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9BD299D3-B7F8-497E-BFD5-45C36E66AF6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1822411735"/>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9D26209-EF5A-4435-AF83-014EA879FCD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FRAMING</a:t>
            </a:r>
          </a:p>
        </p:txBody>
      </p:sp>
      <p:sp>
        <p:nvSpPr>
          <p:cNvPr id="2" name="">
            <a:extLst xmlns:a="http://schemas.openxmlformats.org/drawingml/2006/main">
              <a:ext uri="{FF2B5EF4-FFF2-40B4-BE49-F238E27FC236}">
                <a16:creationId xmlns:a16="http://schemas.microsoft.com/office/drawing/2014/main" id="{6EACD6F4-2533-4835-9684-525CDE974B6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Five questions before writing the problem statement</a:t>
            </a:r>
          </a:p>
        </p:txBody>
      </p:sp>
      <p:sp>
        <p:nvSpPr>
          <p:cNvPr id="3" name="">
            <a:extLst xmlns:a="http://schemas.openxmlformats.org/drawingml/2006/main">
              <a:ext uri="{FF2B5EF4-FFF2-40B4-BE49-F238E27FC236}">
                <a16:creationId xmlns:a16="http://schemas.microsoft.com/office/drawing/2014/main" id="{1B5EA7E6-D364-417E-8FA9-57C2FE6C2CFA}"/>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5Ws define the context and impact without jumping to a feature.</a:t>
            </a:r>
          </a:p>
        </p:txBody>
      </p:sp>
      <p:sp>
        <p:nvSpPr>
          <p:cNvPr id="4" name="">
            <a:extLst xmlns:a="http://schemas.openxmlformats.org/drawingml/2006/main">
              <a:ext uri="{FF2B5EF4-FFF2-40B4-BE49-F238E27FC236}">
                <a16:creationId xmlns:a16="http://schemas.microsoft.com/office/drawing/2014/main" id="{3921F7A2-C768-49B4-8001-D205D21C2F75}"/>
              </a:ext>
            </a:extLst>
          </p:cNvPr>
          <p:cNvSpPr>
            <a:spLocks xmlns:a="http://schemas.openxmlformats.org/drawingml/2006/main" noGrp="1"/>
          </p:cNvSpPr>
          <p:nvPr/>
        </p:nvSpPr>
        <p:spPr>
          <a:xfrm xmlns:a="http://schemas.openxmlformats.org/drawingml/2006/main">
            <a:off x="514350" y="1619250"/>
            <a:ext cx="104394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0A4619B3-D775-4022-8C33-3853520141DD}"/>
              </a:ext>
            </a:extLst>
          </p:cNvPr>
          <p:cNvSpPr>
            <a:spLocks xmlns:a="http://schemas.openxmlformats.org/drawingml/2006/main" noGrp="1"/>
          </p:cNvSpPr>
          <p:nvPr/>
        </p:nvSpPr>
        <p:spPr>
          <a:xfrm xmlns:a="http://schemas.openxmlformats.org/drawingml/2006/main">
            <a:off x="1247775" y="1924050"/>
            <a:ext cx="628650" cy="6286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50EB55E-77F5-46E0-A6DC-EF67284E836F}"/>
              </a:ext>
            </a:extLst>
          </p:cNvPr>
          <p:cNvSpPr>
            <a:spLocks xmlns:a="http://schemas.openxmlformats.org/drawingml/2006/main" noGrp="1"/>
          </p:cNvSpPr>
          <p:nvPr/>
        </p:nvSpPr>
        <p:spPr>
          <a:xfrm xmlns:a="http://schemas.openxmlformats.org/drawingml/2006/main">
            <a:off x="131445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4546DD14-B013-4536-ACD7-DA7837EBF3A1}"/>
              </a:ext>
            </a:extLst>
          </p:cNvPr>
          <p:cNvSpPr>
            <a:spLocks xmlns:a="http://schemas.openxmlformats.org/drawingml/2006/main" noGrp="1"/>
          </p:cNvSpPr>
          <p:nvPr/>
        </p:nvSpPr>
        <p:spPr>
          <a:xfrm xmlns:a="http://schemas.openxmlformats.org/drawingml/2006/main">
            <a:off x="77152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WHO</a:t>
            </a:r>
          </a:p>
        </p:txBody>
      </p:sp>
      <p:sp>
        <p:nvSpPr>
          <p:cNvPr id="8" name="">
            <a:extLst xmlns:a="http://schemas.openxmlformats.org/drawingml/2006/main">
              <a:ext uri="{FF2B5EF4-FFF2-40B4-BE49-F238E27FC236}">
                <a16:creationId xmlns:a16="http://schemas.microsoft.com/office/drawing/2014/main" id="{FC399A10-EF34-4547-B221-9B2F583A6D60}"/>
              </a:ext>
            </a:extLst>
          </p:cNvPr>
          <p:cNvSpPr>
            <a:spLocks xmlns:a="http://schemas.openxmlformats.org/drawingml/2006/main" noGrp="1"/>
          </p:cNvSpPr>
          <p:nvPr/>
        </p:nvSpPr>
        <p:spPr>
          <a:xfrm xmlns:a="http://schemas.openxmlformats.org/drawingml/2006/main">
            <a:off x="72390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four-wheel riders</a:t>
            </a:r>
          </a:p>
          <a:p xmlns:a="http://schemas.openxmlformats.org/drawingml/2006/main">
            <a:r>
              <a:t/>
            </a:r>
          </a:p>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The driver is the connected stakeholder.</a:t>
            </a:r>
          </a:p>
        </p:txBody>
      </p:sp>
      <p:sp>
        <p:nvSpPr>
          <p:cNvPr id="9" name="">
            <a:extLst xmlns:a="http://schemas.openxmlformats.org/drawingml/2006/main">
              <a:ext uri="{FF2B5EF4-FFF2-40B4-BE49-F238E27FC236}">
                <a16:creationId xmlns:a16="http://schemas.microsoft.com/office/drawing/2014/main" id="{5B86E0D6-0D9F-466D-A392-F906FBEFA451}"/>
              </a:ext>
            </a:extLst>
          </p:cNvPr>
          <p:cNvSpPr>
            <a:spLocks xmlns:a="http://schemas.openxmlformats.org/drawingml/2006/main" noGrp="1"/>
          </p:cNvSpPr>
          <p:nvPr/>
        </p:nvSpPr>
        <p:spPr>
          <a:xfrm xmlns:a="http://schemas.openxmlformats.org/drawingml/2006/main">
            <a:off x="260223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5E5643-0452-4440-8D46-DB073562576F}"/>
              </a:ext>
            </a:extLst>
          </p:cNvPr>
          <p:cNvSpPr>
            <a:spLocks xmlns:a="http://schemas.openxmlformats.org/drawingml/2006/main" noGrp="1"/>
          </p:cNvSpPr>
          <p:nvPr/>
        </p:nvSpPr>
        <p:spPr>
          <a:xfrm xmlns:a="http://schemas.openxmlformats.org/drawingml/2006/main">
            <a:off x="333565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E5C92F0-8E34-4BCD-9D21-90D46282E490}"/>
              </a:ext>
            </a:extLst>
          </p:cNvPr>
          <p:cNvSpPr>
            <a:spLocks xmlns:a="http://schemas.openxmlformats.org/drawingml/2006/main" noGrp="1"/>
          </p:cNvSpPr>
          <p:nvPr/>
        </p:nvSpPr>
        <p:spPr>
          <a:xfrm xmlns:a="http://schemas.openxmlformats.org/drawingml/2006/main">
            <a:off x="340233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EDAD2CFC-7E10-4760-A686-16971C3534AB}"/>
              </a:ext>
            </a:extLst>
          </p:cNvPr>
          <p:cNvSpPr>
            <a:spLocks xmlns:a="http://schemas.openxmlformats.org/drawingml/2006/main" noGrp="1"/>
          </p:cNvSpPr>
          <p:nvPr/>
        </p:nvSpPr>
        <p:spPr>
          <a:xfrm xmlns:a="http://schemas.openxmlformats.org/drawingml/2006/main">
            <a:off x="285940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WHAT</a:t>
            </a:r>
          </a:p>
        </p:txBody>
      </p:sp>
      <p:sp>
        <p:nvSpPr>
          <p:cNvPr id="13" name="">
            <a:extLst xmlns:a="http://schemas.openxmlformats.org/drawingml/2006/main">
              <a:ext uri="{FF2B5EF4-FFF2-40B4-BE49-F238E27FC236}">
                <a16:creationId xmlns:a16="http://schemas.microsoft.com/office/drawing/2014/main" id="{02A30C1F-9825-4C4C-AA93-AB06575B1588}"/>
              </a:ext>
            </a:extLst>
          </p:cNvPr>
          <p:cNvSpPr>
            <a:spLocks xmlns:a="http://schemas.openxmlformats.org/drawingml/2006/main" noGrp="1"/>
          </p:cNvSpPr>
          <p:nvPr/>
        </p:nvSpPr>
        <p:spPr>
          <a:xfrm xmlns:a="http://schemas.openxmlformats.org/drawingml/2006/main">
            <a:off x="281178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 generally correct pin may still fail to create one shared, workable meeting point.</a:t>
            </a:r>
          </a:p>
        </p:txBody>
      </p:sp>
      <p:sp>
        <p:nvSpPr>
          <p:cNvPr id="14" name="">
            <a:extLst xmlns:a="http://schemas.openxmlformats.org/drawingml/2006/main">
              <a:ext uri="{FF2B5EF4-FFF2-40B4-BE49-F238E27FC236}">
                <a16:creationId xmlns:a16="http://schemas.microsoft.com/office/drawing/2014/main" id="{9E919C08-A79C-4B74-B25D-4EEB13447E45}"/>
              </a:ext>
            </a:extLst>
          </p:cNvPr>
          <p:cNvSpPr>
            <a:spLocks xmlns:a="http://schemas.openxmlformats.org/drawingml/2006/main" noGrp="1"/>
          </p:cNvSpPr>
          <p:nvPr/>
        </p:nvSpPr>
        <p:spPr>
          <a:xfrm xmlns:a="http://schemas.openxmlformats.org/drawingml/2006/main">
            <a:off x="469011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41FB4C8-BE53-443B-B6F0-720D0E1543B3}"/>
              </a:ext>
            </a:extLst>
          </p:cNvPr>
          <p:cNvSpPr>
            <a:spLocks xmlns:a="http://schemas.openxmlformats.org/drawingml/2006/main" noGrp="1"/>
          </p:cNvSpPr>
          <p:nvPr/>
        </p:nvSpPr>
        <p:spPr>
          <a:xfrm xmlns:a="http://schemas.openxmlformats.org/drawingml/2006/main">
            <a:off x="542353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539A5DE-72DF-4285-BCAE-041CFD9E58C1}"/>
              </a:ext>
            </a:extLst>
          </p:cNvPr>
          <p:cNvSpPr>
            <a:spLocks xmlns:a="http://schemas.openxmlformats.org/drawingml/2006/main" noGrp="1"/>
          </p:cNvSpPr>
          <p:nvPr/>
        </p:nvSpPr>
        <p:spPr>
          <a:xfrm xmlns:a="http://schemas.openxmlformats.org/drawingml/2006/main">
            <a:off x="549021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728F6EAF-C9C1-40DB-9D97-5A0B1FF7CA85}"/>
              </a:ext>
            </a:extLst>
          </p:cNvPr>
          <p:cNvSpPr>
            <a:spLocks xmlns:a="http://schemas.openxmlformats.org/drawingml/2006/main" noGrp="1"/>
          </p:cNvSpPr>
          <p:nvPr/>
        </p:nvSpPr>
        <p:spPr>
          <a:xfrm xmlns:a="http://schemas.openxmlformats.org/drawingml/2006/main">
            <a:off x="494728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WHERE</a:t>
            </a:r>
          </a:p>
        </p:txBody>
      </p:sp>
      <p:sp>
        <p:nvSpPr>
          <p:cNvPr id="18" name="">
            <a:extLst xmlns:a="http://schemas.openxmlformats.org/drawingml/2006/main">
              <a:ext uri="{FF2B5EF4-FFF2-40B4-BE49-F238E27FC236}">
                <a16:creationId xmlns:a16="http://schemas.microsoft.com/office/drawing/2014/main" id="{4382146D-989B-4B18-970D-7B04F6C24AFB}"/>
              </a:ext>
            </a:extLst>
          </p:cNvPr>
          <p:cNvSpPr>
            <a:spLocks xmlns:a="http://schemas.openxmlformats.org/drawingml/2006/main" noGrp="1"/>
          </p:cNvSpPr>
          <p:nvPr/>
        </p:nvSpPr>
        <p:spPr>
          <a:xfrm xmlns:a="http://schemas.openxmlformats.org/drawingml/2006/main">
            <a:off x="489966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Airports, gated homes, malls, offices, and metro or railway stations.</a:t>
            </a:r>
          </a:p>
        </p:txBody>
      </p:sp>
      <p:sp>
        <p:nvSpPr>
          <p:cNvPr id="19" name="">
            <a:extLst xmlns:a="http://schemas.openxmlformats.org/drawingml/2006/main">
              <a:ext uri="{FF2B5EF4-FFF2-40B4-BE49-F238E27FC236}">
                <a16:creationId xmlns:a16="http://schemas.microsoft.com/office/drawing/2014/main" id="{F9E23A37-1DD1-4B3B-BD7A-E6A610356163}"/>
              </a:ext>
            </a:extLst>
          </p:cNvPr>
          <p:cNvSpPr>
            <a:spLocks xmlns:a="http://schemas.openxmlformats.org/drawingml/2006/main" noGrp="1"/>
          </p:cNvSpPr>
          <p:nvPr/>
        </p:nvSpPr>
        <p:spPr>
          <a:xfrm xmlns:a="http://schemas.openxmlformats.org/drawingml/2006/main">
            <a:off x="677799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A656CB7-A9E1-4D04-839F-79AE9151C8E1}"/>
              </a:ext>
            </a:extLst>
          </p:cNvPr>
          <p:cNvSpPr>
            <a:spLocks xmlns:a="http://schemas.openxmlformats.org/drawingml/2006/main" noGrp="1"/>
          </p:cNvSpPr>
          <p:nvPr/>
        </p:nvSpPr>
        <p:spPr>
          <a:xfrm xmlns:a="http://schemas.openxmlformats.org/drawingml/2006/main">
            <a:off x="751141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B2BB8D8-441D-481D-9CC6-3017F927FCB8}"/>
              </a:ext>
            </a:extLst>
          </p:cNvPr>
          <p:cNvSpPr>
            <a:spLocks xmlns:a="http://schemas.openxmlformats.org/drawingml/2006/main" noGrp="1"/>
          </p:cNvSpPr>
          <p:nvPr/>
        </p:nvSpPr>
        <p:spPr>
          <a:xfrm xmlns:a="http://schemas.openxmlformats.org/drawingml/2006/main">
            <a:off x="757809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04</a:t>
            </a:r>
          </a:p>
        </p:txBody>
      </p:sp>
      <p:sp>
        <p:nvSpPr>
          <p:cNvPr id="22" name="">
            <a:extLst xmlns:a="http://schemas.openxmlformats.org/drawingml/2006/main">
              <a:ext uri="{FF2B5EF4-FFF2-40B4-BE49-F238E27FC236}">
                <a16:creationId xmlns:a16="http://schemas.microsoft.com/office/drawing/2014/main" id="{423674C7-E8CA-43A6-970D-AB3E3B2E113C}"/>
              </a:ext>
            </a:extLst>
          </p:cNvPr>
          <p:cNvSpPr>
            <a:spLocks xmlns:a="http://schemas.openxmlformats.org/drawingml/2006/main" noGrp="1"/>
          </p:cNvSpPr>
          <p:nvPr/>
        </p:nvSpPr>
        <p:spPr>
          <a:xfrm xmlns:a="http://schemas.openxmlformats.org/drawingml/2006/main">
            <a:off x="703516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WHEN</a:t>
            </a:r>
          </a:p>
        </p:txBody>
      </p:sp>
      <p:sp>
        <p:nvSpPr>
          <p:cNvPr id="23" name="">
            <a:extLst xmlns:a="http://schemas.openxmlformats.org/drawingml/2006/main">
              <a:ext uri="{FF2B5EF4-FFF2-40B4-BE49-F238E27FC236}">
                <a16:creationId xmlns:a16="http://schemas.microsoft.com/office/drawing/2014/main" id="{73936093-CCA8-45B9-B054-5B0AAD073F53}"/>
              </a:ext>
            </a:extLst>
          </p:cNvPr>
          <p:cNvSpPr>
            <a:spLocks xmlns:a="http://schemas.openxmlformats.org/drawingml/2006/main" noGrp="1"/>
          </p:cNvSpPr>
          <p:nvPr/>
        </p:nvSpPr>
        <p:spPr>
          <a:xfrm xmlns:a="http://schemas.openxmlformats.org/drawingml/2006/main">
            <a:off x="698754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After booking, mainly as the driver approaches or is marked arrived.</a:t>
            </a:r>
          </a:p>
        </p:txBody>
      </p:sp>
      <p:sp>
        <p:nvSpPr>
          <p:cNvPr id="24" name="">
            <a:extLst xmlns:a="http://schemas.openxmlformats.org/drawingml/2006/main">
              <a:ext uri="{FF2B5EF4-FFF2-40B4-BE49-F238E27FC236}">
                <a16:creationId xmlns:a16="http://schemas.microsoft.com/office/drawing/2014/main" id="{50607DEA-EB94-4C3B-82E1-1AC7FFBEC917}"/>
              </a:ext>
            </a:extLst>
          </p:cNvPr>
          <p:cNvSpPr>
            <a:spLocks xmlns:a="http://schemas.openxmlformats.org/drawingml/2006/main" noGrp="1"/>
          </p:cNvSpPr>
          <p:nvPr/>
        </p:nvSpPr>
        <p:spPr>
          <a:xfrm xmlns:a="http://schemas.openxmlformats.org/drawingml/2006/main">
            <a:off x="886587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872A5ED-D2BA-4F4E-8C8D-425419388874}"/>
              </a:ext>
            </a:extLst>
          </p:cNvPr>
          <p:cNvSpPr>
            <a:spLocks xmlns:a="http://schemas.openxmlformats.org/drawingml/2006/main" noGrp="1"/>
          </p:cNvSpPr>
          <p:nvPr/>
        </p:nvSpPr>
        <p:spPr>
          <a:xfrm xmlns:a="http://schemas.openxmlformats.org/drawingml/2006/main">
            <a:off x="959929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AAD26D2-0F6C-437A-928E-55227E33C00F}"/>
              </a:ext>
            </a:extLst>
          </p:cNvPr>
          <p:cNvSpPr>
            <a:spLocks xmlns:a="http://schemas.openxmlformats.org/drawingml/2006/main" noGrp="1"/>
          </p:cNvSpPr>
          <p:nvPr/>
        </p:nvSpPr>
        <p:spPr>
          <a:xfrm xmlns:a="http://schemas.openxmlformats.org/drawingml/2006/main">
            <a:off x="966597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05</a:t>
            </a:r>
          </a:p>
        </p:txBody>
      </p:sp>
      <p:sp>
        <p:nvSpPr>
          <p:cNvPr id="27" name="">
            <a:extLst xmlns:a="http://schemas.openxmlformats.org/drawingml/2006/main">
              <a:ext uri="{FF2B5EF4-FFF2-40B4-BE49-F238E27FC236}">
                <a16:creationId xmlns:a16="http://schemas.microsoft.com/office/drawing/2014/main" id="{D9276D38-C62B-476F-96C9-F107C32B9592}"/>
              </a:ext>
            </a:extLst>
          </p:cNvPr>
          <p:cNvSpPr>
            <a:spLocks xmlns:a="http://schemas.openxmlformats.org/drawingml/2006/main" noGrp="1"/>
          </p:cNvSpPr>
          <p:nvPr/>
        </p:nvSpPr>
        <p:spPr>
          <a:xfrm xmlns:a="http://schemas.openxmlformats.org/drawingml/2006/main">
            <a:off x="912304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WHY</a:t>
            </a:r>
          </a:p>
        </p:txBody>
      </p:sp>
      <p:sp>
        <p:nvSpPr>
          <p:cNvPr id="28" name="">
            <a:extLst xmlns:a="http://schemas.openxmlformats.org/drawingml/2006/main">
              <a:ext uri="{FF2B5EF4-FFF2-40B4-BE49-F238E27FC236}">
                <a16:creationId xmlns:a16="http://schemas.microsoft.com/office/drawing/2014/main" id="{6D66043F-167C-42FB-A445-3BDE3120A13D}"/>
              </a:ext>
            </a:extLst>
          </p:cNvPr>
          <p:cNvSpPr>
            <a:spLocks xmlns:a="http://schemas.openxmlformats.org/drawingml/2006/main" noGrp="1"/>
          </p:cNvSpPr>
          <p:nvPr/>
        </p:nvSpPr>
        <p:spPr>
          <a:xfrm xmlns:a="http://schemas.openxmlformats.org/drawingml/2006/main">
            <a:off x="907542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Extra calls, waiting, movement, and delayed trip starts reduce pickup reliability.</a:t>
            </a:r>
          </a:p>
        </p:txBody>
      </p:sp>
      <p:sp>
        <p:nvSpPr>
          <p:cNvPr id="29" name="">
            <a:extLst xmlns:a="http://schemas.openxmlformats.org/drawingml/2006/main">
              <a:ext uri="{FF2B5EF4-FFF2-40B4-BE49-F238E27FC236}">
                <a16:creationId xmlns:a16="http://schemas.microsoft.com/office/drawing/2014/main" id="{E506A7F3-F656-4A85-B1B6-5711AD37455D}"/>
              </a:ext>
            </a:extLst>
          </p:cNvPr>
          <p:cNvSpPr>
            <a:spLocks xmlns:a="http://schemas.openxmlformats.org/drawingml/2006/main" noGrp="1"/>
          </p:cNvSpPr>
          <p:nvPr/>
        </p:nvSpPr>
        <p:spPr>
          <a:xfrm xmlns:a="http://schemas.openxmlformats.org/drawingml/2006/main">
            <a:off x="514350" y="5219700"/>
            <a:ext cx="10439400" cy="742950"/>
          </a:xfrm>
          <a:prstGeom xmlns:a="http://schemas.openxmlformats.org/drawingml/2006/main" prst="roundRect">
            <a:avLst>
              <a:gd name="adj" fmla="val 7692"/>
            </a:avLst>
          </a:prstGeom>
          <a:solidFill xmlns:a="http://schemas.openxmlformats.org/drawingml/2006/main">
            <a:srgbClr val="FBE7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E130934-38E8-41EA-9FE9-ADEDF5E003A5}"/>
              </a:ext>
            </a:extLst>
          </p:cNvPr>
          <p:cNvSpPr>
            <a:spLocks xmlns:a="http://schemas.openxmlformats.org/drawingml/2006/main" noGrp="1"/>
          </p:cNvSpPr>
          <p:nvPr/>
        </p:nvSpPr>
        <p:spPr>
          <a:xfrm xmlns:a="http://schemas.openxmlformats.org/drawingml/2006/main">
            <a:off x="742950" y="5381625"/>
            <a:ext cx="9982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7963"/>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Evidence check: the survey supports the direction, but root causes, driver impact, and venue constraints still need moderated and field validation.</a:t>
            </a:r>
          </a:p>
        </p:txBody>
      </p:sp>
      <p:sp>
        <p:nvSpPr>
          <p:cNvPr id="31" name="">
            <a:extLst xmlns:a="http://schemas.openxmlformats.org/drawingml/2006/main">
              <a:ext uri="{FF2B5EF4-FFF2-40B4-BE49-F238E27FC236}">
                <a16:creationId xmlns:a16="http://schemas.microsoft.com/office/drawing/2014/main" id="{821826B0-00C2-4917-A803-E427E41DA61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32" name="">
            <a:extLst xmlns:a="http://schemas.openxmlformats.org/drawingml/2006/main">
              <a:ext uri="{FF2B5EF4-FFF2-40B4-BE49-F238E27FC236}">
                <a16:creationId xmlns:a16="http://schemas.microsoft.com/office/drawing/2014/main" id="{649386B7-D962-490F-B9FB-503735A9D19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2047891107"/>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18F9FCE-5466-4C17-A65F-5F09BEE88A2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STATEMENT</a:t>
            </a:r>
          </a:p>
        </p:txBody>
      </p:sp>
      <p:sp>
        <p:nvSpPr>
          <p:cNvPr id="2" name="">
            <a:extLst xmlns:a="http://schemas.openxmlformats.org/drawingml/2006/main">
              <a:ext uri="{FF2B5EF4-FFF2-40B4-BE49-F238E27FC236}">
                <a16:creationId xmlns:a16="http://schemas.microsoft.com/office/drawing/2014/main" id="{74CFCCCB-787F-45A6-B6B9-64429CC4CE6B}"/>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specific, evidence-based, and focused statement</a:t>
            </a:r>
          </a:p>
        </p:txBody>
      </p:sp>
      <p:sp>
        <p:nvSpPr>
          <p:cNvPr id="3" name="">
            <a:extLst xmlns:a="http://schemas.openxmlformats.org/drawingml/2006/main">
              <a:ext uri="{FF2B5EF4-FFF2-40B4-BE49-F238E27FC236}">
                <a16:creationId xmlns:a16="http://schemas.microsoft.com/office/drawing/2014/main" id="{D3F3B02A-13ED-4247-A00D-9601EF3E48D1}"/>
              </a:ext>
            </a:extLst>
          </p:cNvPr>
          <p:cNvSpPr>
            <a:spLocks xmlns:a="http://schemas.openxmlformats.org/drawingml/2006/main" noGrp="1"/>
          </p:cNvSpPr>
          <p:nvPr/>
        </p:nvSpPr>
        <p:spPr>
          <a:xfrm xmlns:a="http://schemas.openxmlformats.org/drawingml/2006/main">
            <a:off x="514350" y="1657350"/>
            <a:ext cx="400050" cy="4000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EB11D9-3C9D-4876-8FDC-71B6B14A31D3}"/>
              </a:ext>
            </a:extLst>
          </p:cNvPr>
          <p:cNvSpPr>
            <a:spLocks xmlns:a="http://schemas.openxmlformats.org/drawingml/2006/main" noGrp="1"/>
          </p:cNvSpPr>
          <p:nvPr/>
        </p:nvSpPr>
        <p:spPr>
          <a:xfrm xmlns:a="http://schemas.openxmlformats.org/drawingml/2006/main">
            <a:off x="571500" y="17145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92EA3480-4C67-416B-9503-115C60F563D5}"/>
              </a:ext>
            </a:extLst>
          </p:cNvPr>
          <p:cNvSpPr>
            <a:spLocks xmlns:a="http://schemas.openxmlformats.org/drawingml/2006/main" noGrp="1"/>
          </p:cNvSpPr>
          <p:nvPr/>
        </p:nvSpPr>
        <p:spPr>
          <a:xfrm xmlns:a="http://schemas.openxmlformats.org/drawingml/2006/main">
            <a:off x="1104900" y="1619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SPECIFIC USER</a:t>
            </a:r>
          </a:p>
        </p:txBody>
      </p:sp>
      <p:sp>
        <p:nvSpPr>
          <p:cNvPr id="6" name="">
            <a:extLst xmlns:a="http://schemas.openxmlformats.org/drawingml/2006/main">
              <a:ext uri="{FF2B5EF4-FFF2-40B4-BE49-F238E27FC236}">
                <a16:creationId xmlns:a16="http://schemas.microsoft.com/office/drawing/2014/main" id="{2E0F157E-8CA2-405A-9C26-8BCC2D3FBC50}"/>
              </a:ext>
            </a:extLst>
          </p:cNvPr>
          <p:cNvSpPr>
            <a:spLocks xmlns:a="http://schemas.openxmlformats.org/drawingml/2006/main" noGrp="1"/>
          </p:cNvSpPr>
          <p:nvPr/>
        </p:nvSpPr>
        <p:spPr>
          <a:xfrm xmlns:a="http://schemas.openxmlformats.org/drawingml/2006/main">
            <a:off x="1104900" y="19431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Hyderabad four-wheel riders starting from complex pickup locations.</a:t>
            </a:r>
          </a:p>
        </p:txBody>
      </p:sp>
      <p:sp>
        <p:nvSpPr>
          <p:cNvPr id="7" name="">
            <a:extLst xmlns:a="http://schemas.openxmlformats.org/drawingml/2006/main">
              <a:ext uri="{FF2B5EF4-FFF2-40B4-BE49-F238E27FC236}">
                <a16:creationId xmlns:a16="http://schemas.microsoft.com/office/drawing/2014/main" id="{AE57FB6B-7EC9-426E-84AB-1CA9F8AE52D9}"/>
              </a:ext>
            </a:extLst>
          </p:cNvPr>
          <p:cNvSpPr>
            <a:spLocks xmlns:a="http://schemas.openxmlformats.org/drawingml/2006/main" noGrp="1"/>
          </p:cNvSpPr>
          <p:nvPr/>
        </p:nvSpPr>
        <p:spPr>
          <a:xfrm xmlns:a="http://schemas.openxmlformats.org/drawingml/2006/main">
            <a:off x="514350" y="24955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B9ECFB9-7EFD-4B2A-8C9A-976F39AFCC46}"/>
              </a:ext>
            </a:extLst>
          </p:cNvPr>
          <p:cNvSpPr>
            <a:spLocks xmlns:a="http://schemas.openxmlformats.org/drawingml/2006/main" noGrp="1"/>
          </p:cNvSpPr>
          <p:nvPr/>
        </p:nvSpPr>
        <p:spPr>
          <a:xfrm xmlns:a="http://schemas.openxmlformats.org/drawingml/2006/main">
            <a:off x="514350" y="26670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31E24B9-39E0-4834-AAD2-7BA6D9E61873}"/>
              </a:ext>
            </a:extLst>
          </p:cNvPr>
          <p:cNvSpPr>
            <a:spLocks xmlns:a="http://schemas.openxmlformats.org/drawingml/2006/main" noGrp="1"/>
          </p:cNvSpPr>
          <p:nvPr/>
        </p:nvSpPr>
        <p:spPr>
          <a:xfrm xmlns:a="http://schemas.openxmlformats.org/drawingml/2006/main">
            <a:off x="571500" y="27241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A0E11AE5-9BF5-4C92-9837-16FC40C47FA0}"/>
              </a:ext>
            </a:extLst>
          </p:cNvPr>
          <p:cNvSpPr>
            <a:spLocks xmlns:a="http://schemas.openxmlformats.org/drawingml/2006/main" noGrp="1"/>
          </p:cNvSpPr>
          <p:nvPr/>
        </p:nvSpPr>
        <p:spPr>
          <a:xfrm xmlns:a="http://schemas.openxmlformats.org/drawingml/2006/main">
            <a:off x="1104900" y="2628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CLEAR PAIN</a:t>
            </a:r>
          </a:p>
        </p:txBody>
      </p:sp>
      <p:sp>
        <p:nvSpPr>
          <p:cNvPr id="11" name="">
            <a:extLst xmlns:a="http://schemas.openxmlformats.org/drawingml/2006/main">
              <a:ext uri="{FF2B5EF4-FFF2-40B4-BE49-F238E27FC236}">
                <a16:creationId xmlns:a16="http://schemas.microsoft.com/office/drawing/2014/main" id="{3E0999E3-1823-4CD8-A268-048F42715EB2}"/>
              </a:ext>
            </a:extLst>
          </p:cNvPr>
          <p:cNvSpPr>
            <a:spLocks xmlns:a="http://schemas.openxmlformats.org/drawingml/2006/main" noGrp="1"/>
          </p:cNvSpPr>
          <p:nvPr/>
        </p:nvSpPr>
        <p:spPr>
          <a:xfrm xmlns:a="http://schemas.openxmlformats.org/drawingml/2006/main">
            <a:off x="1104900" y="29527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The rider and driver lack one shared, workable meeting point.</a:t>
            </a:r>
          </a:p>
        </p:txBody>
      </p:sp>
      <p:sp>
        <p:nvSpPr>
          <p:cNvPr id="12" name="">
            <a:extLst xmlns:a="http://schemas.openxmlformats.org/drawingml/2006/main">
              <a:ext uri="{FF2B5EF4-FFF2-40B4-BE49-F238E27FC236}">
                <a16:creationId xmlns:a16="http://schemas.microsoft.com/office/drawing/2014/main" id="{193E0473-B8BF-4741-9040-85FA54A2075A}"/>
              </a:ext>
            </a:extLst>
          </p:cNvPr>
          <p:cNvSpPr>
            <a:spLocks xmlns:a="http://schemas.openxmlformats.org/drawingml/2006/main" noGrp="1"/>
          </p:cNvSpPr>
          <p:nvPr/>
        </p:nvSpPr>
        <p:spPr>
          <a:xfrm xmlns:a="http://schemas.openxmlformats.org/drawingml/2006/main">
            <a:off x="514350" y="350520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0B84B7E-9EF6-4A1D-B824-93F2EEC2217C}"/>
              </a:ext>
            </a:extLst>
          </p:cNvPr>
          <p:cNvSpPr>
            <a:spLocks xmlns:a="http://schemas.openxmlformats.org/drawingml/2006/main" noGrp="1"/>
          </p:cNvSpPr>
          <p:nvPr/>
        </p:nvSpPr>
        <p:spPr>
          <a:xfrm xmlns:a="http://schemas.openxmlformats.org/drawingml/2006/main">
            <a:off x="514350" y="367665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0EB2E5B-9266-4EAC-8675-24EEEFAC3D85}"/>
              </a:ext>
            </a:extLst>
          </p:cNvPr>
          <p:cNvSpPr>
            <a:spLocks xmlns:a="http://schemas.openxmlformats.org/drawingml/2006/main" noGrp="1"/>
          </p:cNvSpPr>
          <p:nvPr/>
        </p:nvSpPr>
        <p:spPr>
          <a:xfrm xmlns:a="http://schemas.openxmlformats.org/drawingml/2006/main">
            <a:off x="571500" y="37338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C24964CF-4BE1-491F-B6FD-CC58D8A02BA2}"/>
              </a:ext>
            </a:extLst>
          </p:cNvPr>
          <p:cNvSpPr>
            <a:spLocks xmlns:a="http://schemas.openxmlformats.org/drawingml/2006/main" noGrp="1"/>
          </p:cNvSpPr>
          <p:nvPr/>
        </p:nvSpPr>
        <p:spPr>
          <a:xfrm xmlns:a="http://schemas.openxmlformats.org/drawingml/2006/main">
            <a:off x="1104900" y="36385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VISIBLE IMPACT</a:t>
            </a:r>
          </a:p>
        </p:txBody>
      </p:sp>
      <p:sp>
        <p:nvSpPr>
          <p:cNvPr id="16" name="">
            <a:extLst xmlns:a="http://schemas.openxmlformats.org/drawingml/2006/main">
              <a:ext uri="{FF2B5EF4-FFF2-40B4-BE49-F238E27FC236}">
                <a16:creationId xmlns:a16="http://schemas.microsoft.com/office/drawing/2014/main" id="{9B7E4B02-17E5-4890-AA08-4577B56CAA36}"/>
              </a:ext>
            </a:extLst>
          </p:cNvPr>
          <p:cNvSpPr>
            <a:spLocks xmlns:a="http://schemas.openxmlformats.org/drawingml/2006/main" noGrp="1"/>
          </p:cNvSpPr>
          <p:nvPr/>
        </p:nvSpPr>
        <p:spPr>
          <a:xfrm xmlns:a="http://schemas.openxmlformats.org/drawingml/2006/main">
            <a:off x="1104900" y="39624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Extra calls, waiting, movement, and delayed trip starts.</a:t>
            </a:r>
          </a:p>
        </p:txBody>
      </p:sp>
      <p:sp>
        <p:nvSpPr>
          <p:cNvPr id="17" name="">
            <a:extLst xmlns:a="http://schemas.openxmlformats.org/drawingml/2006/main">
              <a:ext uri="{FF2B5EF4-FFF2-40B4-BE49-F238E27FC236}">
                <a16:creationId xmlns:a16="http://schemas.microsoft.com/office/drawing/2014/main" id="{6D91CCF4-8E55-46B3-AB90-A2E72FC86390}"/>
              </a:ext>
            </a:extLst>
          </p:cNvPr>
          <p:cNvSpPr>
            <a:spLocks xmlns:a="http://schemas.openxmlformats.org/drawingml/2006/main" noGrp="1"/>
          </p:cNvSpPr>
          <p:nvPr/>
        </p:nvSpPr>
        <p:spPr>
          <a:xfrm xmlns:a="http://schemas.openxmlformats.org/drawingml/2006/main">
            <a:off x="514350" y="45148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F3E2893-8ACF-4E0E-940B-6BBE365FDDD7}"/>
              </a:ext>
            </a:extLst>
          </p:cNvPr>
          <p:cNvSpPr>
            <a:spLocks xmlns:a="http://schemas.openxmlformats.org/drawingml/2006/main" noGrp="1"/>
          </p:cNvSpPr>
          <p:nvPr/>
        </p:nvSpPr>
        <p:spPr>
          <a:xfrm xmlns:a="http://schemas.openxmlformats.org/drawingml/2006/main">
            <a:off x="514350" y="46863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A43DC05-32F9-4845-BAFC-57BF380577A4}"/>
              </a:ext>
            </a:extLst>
          </p:cNvPr>
          <p:cNvSpPr>
            <a:spLocks xmlns:a="http://schemas.openxmlformats.org/drawingml/2006/main" noGrp="1"/>
          </p:cNvSpPr>
          <p:nvPr/>
        </p:nvSpPr>
        <p:spPr>
          <a:xfrm xmlns:a="http://schemas.openxmlformats.org/drawingml/2006/main">
            <a:off x="571500" y="47434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4</a:t>
            </a:r>
          </a:p>
        </p:txBody>
      </p:sp>
      <p:sp>
        <p:nvSpPr>
          <p:cNvPr id="20" name="">
            <a:extLst xmlns:a="http://schemas.openxmlformats.org/drawingml/2006/main">
              <a:ext uri="{FF2B5EF4-FFF2-40B4-BE49-F238E27FC236}">
                <a16:creationId xmlns:a16="http://schemas.microsoft.com/office/drawing/2014/main" id="{6E836FB9-92FF-4515-AB6C-32E7146544E6}"/>
              </a:ext>
            </a:extLst>
          </p:cNvPr>
          <p:cNvSpPr>
            <a:spLocks xmlns:a="http://schemas.openxmlformats.org/drawingml/2006/main" noGrp="1"/>
          </p:cNvSpPr>
          <p:nvPr/>
        </p:nvSpPr>
        <p:spPr>
          <a:xfrm xmlns:a="http://schemas.openxmlformats.org/drawingml/2006/main">
            <a:off x="1104900" y="46482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DEFINED SCOPE</a:t>
            </a:r>
          </a:p>
        </p:txBody>
      </p:sp>
      <p:sp>
        <p:nvSpPr>
          <p:cNvPr id="21" name="">
            <a:extLst xmlns:a="http://schemas.openxmlformats.org/drawingml/2006/main">
              <a:ext uri="{FF2B5EF4-FFF2-40B4-BE49-F238E27FC236}">
                <a16:creationId xmlns:a16="http://schemas.microsoft.com/office/drawing/2014/main" id="{AC6020E5-B557-45DB-82CD-32D33C4D598F}"/>
              </a:ext>
            </a:extLst>
          </p:cNvPr>
          <p:cNvSpPr>
            <a:spLocks xmlns:a="http://schemas.openxmlformats.org/drawingml/2006/main" noGrp="1"/>
          </p:cNvSpPr>
          <p:nvPr/>
        </p:nvSpPr>
        <p:spPr>
          <a:xfrm xmlns:a="http://schemas.openxmlformats.org/drawingml/2006/main">
            <a:off x="1104900" y="49720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Airports, gated residences, malls, offices, and stations. Not every ride.</a:t>
            </a:r>
          </a:p>
        </p:txBody>
      </p:sp>
      <p:sp>
        <p:nvSpPr>
          <p:cNvPr id="22" name="">
            <a:extLst xmlns:a="http://schemas.openxmlformats.org/drawingml/2006/main">
              <a:ext uri="{FF2B5EF4-FFF2-40B4-BE49-F238E27FC236}">
                <a16:creationId xmlns:a16="http://schemas.microsoft.com/office/drawing/2014/main" id="{F44A474F-8531-4ACF-9C79-584CB73B2481}"/>
              </a:ext>
            </a:extLst>
          </p:cNvPr>
          <p:cNvSpPr>
            <a:spLocks xmlns:a="http://schemas.openxmlformats.org/drawingml/2006/main" noGrp="1"/>
          </p:cNvSpPr>
          <p:nvPr/>
        </p:nvSpPr>
        <p:spPr>
          <a:xfrm xmlns:a="http://schemas.openxmlformats.org/drawingml/2006/main">
            <a:off x="5238750" y="1619250"/>
            <a:ext cx="5715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E8ECF1"/>
            </a:solidFill>
            <a:prstDash val="solid"/>
          </a:ln>
        </p:spPr>
      </p:sp>
      <p:sp>
        <p:nvSpPr>
          <p:cNvPr id="23" name="">
            <a:extLst xmlns:a="http://schemas.openxmlformats.org/drawingml/2006/main">
              <a:ext uri="{FF2B5EF4-FFF2-40B4-BE49-F238E27FC236}">
                <a16:creationId xmlns:a16="http://schemas.microsoft.com/office/drawing/2014/main" id="{52F134CD-509D-4C69-B08E-8B53DD9835E9}"/>
              </a:ext>
            </a:extLst>
          </p:cNvPr>
          <p:cNvSpPr>
            <a:spLocks xmlns:a="http://schemas.openxmlformats.org/drawingml/2006/main" noGrp="1"/>
          </p:cNvSpPr>
          <p:nvPr/>
        </p:nvSpPr>
        <p:spPr>
          <a:xfrm xmlns:a="http://schemas.openxmlformats.org/drawingml/2006/main">
            <a:off x="5562600" y="1885950"/>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FINAL PROBLEM STATEMENT</a:t>
            </a:r>
          </a:p>
        </p:txBody>
      </p:sp>
      <p:sp>
        <p:nvSpPr>
          <p:cNvPr id="24" name="">
            <a:extLst xmlns:a="http://schemas.openxmlformats.org/drawingml/2006/main">
              <a:ext uri="{FF2B5EF4-FFF2-40B4-BE49-F238E27FC236}">
                <a16:creationId xmlns:a16="http://schemas.microsoft.com/office/drawing/2014/main" id="{A2E9551A-20CB-47A2-9A95-1BDE9C8F7F4C}"/>
              </a:ext>
            </a:extLst>
          </p:cNvPr>
          <p:cNvSpPr>
            <a:spLocks xmlns:a="http://schemas.openxmlformats.org/drawingml/2006/main" noGrp="1"/>
          </p:cNvSpPr>
          <p:nvPr/>
        </p:nvSpPr>
        <p:spPr>
          <a:xfrm xmlns:a="http://schemas.openxmlformats.org/drawingml/2006/main">
            <a:off x="5562600" y="2305050"/>
            <a:ext cx="5067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For Hyderabad four-wheel riders starting from complex locations, the pickup pin may show the correct general area but still fail to give the rider and driver one shared, workable meeting point.</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This causes extra calls, waiting, movement, and delayed trip starts.</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Uber should solve this to reduce recovery effort and improve pickup reliability, while respecting driver access and stopping constraints.</a:t>
            </a:r>
          </a:p>
        </p:txBody>
      </p:sp>
      <p:sp>
        <p:nvSpPr>
          <p:cNvPr id="25" name="">
            <a:extLst xmlns:a="http://schemas.openxmlformats.org/drawingml/2006/main">
              <a:ext uri="{FF2B5EF4-FFF2-40B4-BE49-F238E27FC236}">
                <a16:creationId xmlns:a16="http://schemas.microsoft.com/office/drawing/2014/main" id="{05144B28-8AD9-4998-B50D-3DAD96E224FC}"/>
              </a:ext>
            </a:extLst>
          </p:cNvPr>
          <p:cNvSpPr>
            <a:spLocks xmlns:a="http://schemas.openxmlformats.org/drawingml/2006/main" noGrp="1"/>
          </p:cNvSpPr>
          <p:nvPr/>
        </p:nvSpPr>
        <p:spPr>
          <a:xfrm xmlns:a="http://schemas.openxmlformats.org/drawingml/2006/main">
            <a:off x="5238750" y="5276850"/>
            <a:ext cx="57150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3EA7B44-FE1E-4BDC-86C7-713405CDB42C}"/>
              </a:ext>
            </a:extLst>
          </p:cNvPr>
          <p:cNvSpPr>
            <a:spLocks xmlns:a="http://schemas.openxmlformats.org/drawingml/2006/main" noGrp="1"/>
          </p:cNvSpPr>
          <p:nvPr/>
        </p:nvSpPr>
        <p:spPr>
          <a:xfrm xmlns:a="http://schemas.openxmlformats.org/drawingml/2006/main">
            <a:off x="5486400" y="542925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Evidence boundary: directional survey evidence. Moderated interviews and stronger driver validation are still pending.</a:t>
            </a:r>
          </a:p>
        </p:txBody>
      </p:sp>
      <p:sp>
        <p:nvSpPr>
          <p:cNvPr id="27" name="">
            <a:extLst xmlns:a="http://schemas.openxmlformats.org/drawingml/2006/main">
              <a:ext uri="{FF2B5EF4-FFF2-40B4-BE49-F238E27FC236}">
                <a16:creationId xmlns:a16="http://schemas.microsoft.com/office/drawing/2014/main" id="{B79EA55B-0D35-4BD1-AF46-56C80B8DF2D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8" name="">
            <a:extLst xmlns:a="http://schemas.openxmlformats.org/drawingml/2006/main">
              <a:ext uri="{FF2B5EF4-FFF2-40B4-BE49-F238E27FC236}">
                <a16:creationId xmlns:a16="http://schemas.microsoft.com/office/drawing/2014/main" id="{2CE703E5-CF70-4164-94FB-735327CD77A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964251999"/>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A51FF6-9991-4A50-959F-9E434D70E38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47AA2045-EF77-45A2-8C8A-B449419689A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75871885-3F57-4491-8905-675D71D79BF6}"/>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3B6DFA82-F514-46FB-AD13-094D3650A523}"/>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1C82B571-702E-4413-A09B-16E00CDD3777}"/>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9E84525-ECDC-4679-A043-CB5215E13BF9}"/>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73549402-B86A-4E39-9B00-59105D65D54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2D0E819E-D686-46A4-8AA0-3BF6C804E89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967468021"/>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06E78BB-228A-4690-90BB-B9A78A0ACD0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B277ECB9-D0B4-4BEF-B20D-DE53EAF39FD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ED263D1D-764C-4C77-97C7-1060FA1624A3}"/>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2A896804-F80E-4F5D-9366-BAC3B9E9920E}"/>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674D78-5B02-4915-9858-67B722DED8D7}"/>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4748D9CE-508C-4DD7-BCA7-099595146A8F}"/>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B317F18A-956D-4DFF-8E66-B9C552577B35}"/>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E95305-ECFA-46B3-AE7B-3A7AE232063C}"/>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108EB206-0FD1-4378-B3AB-D73022269FD8}"/>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124CF9CB-D2E5-48DA-BD43-9A16FAB196D0}"/>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CBD4BD-04BA-4198-B05D-985432826AD1}"/>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1EFFF46D-EB5A-4B9B-A5AD-09A3478041DC}"/>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29E3D9BC-9000-4478-9151-1092028EDDB6}"/>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A3EF52-87A8-4B9B-B560-8310C3A68C34}"/>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80664FFF-C422-4D78-97FB-654B0AB51850}"/>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3EF6FEC8-1D94-4127-8338-DA1707200728}"/>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72AB290-8C75-4B41-A2FD-0BD83AF12E88}"/>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991D1515-3EA5-4BD8-9902-2EFD89C54814}"/>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BC712E96-FE80-425A-B159-39FD41A8C189}"/>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049CC15-66A2-4BFB-BE1F-60DD7EA4940F}"/>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686B2D1C-8AE0-4915-AA67-41385F70E0B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47034449-0524-467B-B7F3-D2565414A09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179629844"/>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C33C8801-9713-494D-BCF1-11519794AB1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56E40A39-1268-4CD4-AE8D-628C75F7E0A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6136F4FB-7BF6-4829-8041-ED206A20138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8E1FD42B-BD7B-4014-9199-5F8D3B372BB9}"/>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59F88951-DFCE-48A8-BF12-16DECB23D2C4}"/>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7B72AAAE-36AF-4409-82D9-E60DDFF4B9E1}"/>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3FE11B-962D-454F-BBDB-7DF3ECCE07C1}"/>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327680-6601-46DE-A3A4-F6F28407D3DA}"/>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5A3DB0EF-C3FB-428F-AAAD-3428445661C5}"/>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6D0BFD08-46A5-42F9-8020-CFC8BC107BF8}"/>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E622CF9-A0EC-4719-8B4F-2473B1DD5244}"/>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6E0674A-D110-4EB4-A4C5-9657C7A8F7E8}"/>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3F8AC979-DDE5-4FA4-BDAE-F252B64E9C57}"/>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ABA0791D-2711-4662-8507-E238A7E48AB1}"/>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AF195D-3C45-46EF-B565-77D8EA18B07A}"/>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D72F9E8-DA7A-4DCC-A5C2-DB8958D97376}"/>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5CCD1745-7EBC-4531-8D0A-7CB832559176}"/>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DA25F319-2E8C-4E55-AF34-B97F9E9FC555}"/>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E46F1DC-4354-4631-9A93-B8560B594D4B}"/>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06CC7D7-7898-4621-B25E-0C80F1062C71}"/>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DD34B66B-80BA-420F-80C9-21358BD0B12A}"/>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DF48DADB-EE43-457E-8CC1-8D2902DB86E0}"/>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4C723DD-5769-47C2-B15F-3BCE8AEB7986}"/>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E80A445-4969-4C68-AACA-6441E3EADE3D}"/>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93EB113E-3493-42B3-8FE2-4F652532730D}"/>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809E715F-A7DD-42A1-947B-A4B6A5B98BEC}"/>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22D3E5B-227A-49C8-9D03-512A180F2013}"/>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68253B5-5DED-412D-8C45-9ED1396B7705}"/>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A48A0E9B-60E0-4AB1-8ABA-A11ADD5FCB6F}"/>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FAF06B29-8973-489E-B929-B008283F29B6}"/>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D89062FD-EEE3-4030-8869-BD3873E49A61}"/>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7D72E9A-4241-4CB7-BF67-108B2D7C8385}"/>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D740819-6488-4499-AD26-5846FE1247F8}"/>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92A2417C-FCF8-427F-A7A4-908FCD9F8EB6}"/>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DA65D599-5ED0-445A-B4E8-57470C821936}"/>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6C34964-2EC8-4224-B3FF-D8665831C8A1}"/>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30E03D4-BBE8-4427-82EC-30EA15807D7F}"/>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D21E3C09-54E6-49B1-8E58-67E871B6FCC4}"/>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6B7D35DE-EA2E-411E-A75C-10E7D6DAFE9F}"/>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805D315-6250-4916-A24A-DC2CF02ADE39}"/>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205534B-3D96-4F08-8F69-47E6F1E56E9E}"/>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F364A8C2-B46E-4ADB-8FB7-C69E6B324701}"/>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F769C0F0-E9C7-44AD-8AEE-CA499B1F776A}"/>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4188150-6D7C-41F0-A9FD-D3111A30B11D}"/>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1C1EB76-58F6-4FF7-A938-D7466448B8AA}"/>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36664692-B67C-4E76-8B08-053C7A72675D}"/>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18C69F17-F2C7-4AFD-9F10-62A58FA7A96A}"/>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B8A3791-818B-44A0-9B68-FD958934CE6E}"/>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715768C-8828-4CA1-8792-5B4CD129A3C1}"/>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64BE8B80-1966-429A-AE70-78472708E407}"/>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4A4E3EB3-5691-4B52-9F13-89E2C16E5417}"/>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82AFC214-F69C-4B73-AA4A-AC859B33F94E}"/>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D86AF8F-434C-4890-AA47-0BCC245E6217}"/>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A7C91C0D-3A78-4AB6-9615-CFC09532AB67}"/>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F707E50E-0E48-477C-977D-D4EA17DD57A3}"/>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C9166CFA-6DB2-42D2-9097-07B34E9FF88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781DA120-6CCB-4C50-8900-15DA8B7520A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1465871303"/>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4271573-4B26-4098-ACE7-B4F8822C8F5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20B92490-F773-478D-BA13-E9D155143F1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3E4FDE6C-C6F6-47E1-A3C0-F9B4FD6223C8}"/>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00AB49-EDE7-4E65-8E61-D9A3DC815FAA}"/>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40ACDECC-D6E5-4D20-BDB1-875C8F49C8EF}"/>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3994FF68-923B-45DD-88C2-68D5FDB75DAE}"/>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F7DF59A3-DA56-4930-9FA2-72335CDBCAE2}"/>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4C20902D-55C9-4D8F-A29A-55F9238508DC}"/>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DB323C26-659A-40F1-A4A4-DAD296909415}"/>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E0152506-73C5-4743-8BC7-C7A85754FB82}"/>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07A29609-4277-4949-B407-BD3872DB675F}"/>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70555F07-B1D2-49FD-8239-691751BC8B6E}"/>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88EF4A2E-010E-4942-83C0-85CC34BFF5E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F1DBADEE-7539-47C1-939C-54340167566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1210682154"/>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D95CCD0-3B46-443C-B207-042F6FE2AB5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A87B17EA-4109-45B4-AA54-C0AD67730EB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2883B1E8-0C1B-4A92-AECF-38D3B9CB1022}"/>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519E8140-D086-4356-8F3D-33776A24951F}"/>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3CBB7BC-9C8F-4890-8481-012FF5952FAC}"/>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90E0F850-1A66-40AD-861D-881AE6CCC803}"/>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423F270D-8F41-4481-936C-412517C5C392}"/>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03E0D59-6746-4BD3-989A-C759B4B7CC3E}"/>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E839C654-52F9-49E3-A36E-A2EAD8B2F85C}"/>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C57FE8A7-FB5E-43BB-B0A7-EA28FB983750}"/>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A84E92C8-4553-4196-B0FD-62E09F8230C4}"/>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9A48A06C-1F8D-49D7-ABBD-23393F0C0442}"/>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89F428C6-7E8B-4142-A30C-1B6B4C695683}"/>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024A7492-1936-48A5-A807-74D08252F6B7}"/>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07B68AA7-70AE-424C-9AD1-17B7C23CED07}"/>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F642BFC6-DEFA-4317-A40B-B0B6D0FA401F}"/>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1FB0560-F5C3-403B-A534-6879BC50E7AE}"/>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BD7E3A43-E54D-41B4-8AF0-7E9D9BCD900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43053640-7A20-42C4-8213-1DA2B999880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508515074"/>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DA707E-208B-4518-8EA4-4C243F0C7F8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1BE3E66D-4B6B-4FAB-8652-94997C319E2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954E8806-A01B-4984-957D-31EF8433738D}"/>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F9E654C1-816C-43CA-8B7A-9B2624FC064C}"/>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808F17B5-BAD4-4BF3-AA56-392DC8BC4F78}"/>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CDA4F9B5-3483-4E04-A497-45B9D4F407BD}"/>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22EAFDF1-5C5B-40C0-AEB2-684B668F133D}"/>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D5DF13B6-5C43-4FBF-92E4-F04325235A9E}"/>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AC1B1AE3-B88D-45E3-A05B-4B08401587F5}"/>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434872C-15DC-4400-A0C2-47469810A846}"/>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74BF52FF-A16E-4AEB-8C57-1FD19CE16A3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8932B743-BE3C-4A25-998E-129F415C1FA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1686274916"/>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F9EDE7A-5646-4AC0-BFFF-140DF355DCE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A7162D53-CEAB-4963-9AAF-3FB14718BAD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4C2D54A5-4F4D-448D-9B95-16E0D09AD44E}"/>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1F59D8-525D-44BA-91F3-2FC0B5E5112D}"/>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1CE3A0C6-140E-421D-A231-A8A6BAB85FCD}"/>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8CD12BC5-4ACE-4A99-8DE7-86BBE1551AA6}"/>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A5BFDA6E-DC57-4568-9C93-BB5A83431BB6}"/>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5940F5FD-46BA-4F50-879A-FD425985A01B}"/>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32BF6735-A8F7-45BF-87CB-4B921192B752}"/>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C09961D4-DC86-4930-8982-6CCE872D2655}"/>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A42F4F3F-B03F-4533-AE8F-F864495608DC}"/>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6E74A4F6-F464-4112-A73D-9B84CA4DDC7C}"/>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A7C0F1E6-961F-4DCC-9535-9EE3EE67A561}"/>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5D427854-B343-4DA0-949E-3A327BB27200}"/>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311729FC-F10D-4724-9AF4-B0E5D97BA87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2A7A5770-B671-4800-AD04-A171A167B09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1434416990"/>
      </p:ext>
    </p:extLst>
  </p:cSld>
</p:sld>
</file>

<file path=ppt/slides/slide15.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2898E7-8263-4958-92D7-222EE90F96A5}"/>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B4B6B974-0A7D-475C-8524-6045B9F2E89B}"/>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F1566E11-7A35-4D8E-9540-FE6252AD8B07}"/>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23FBC991-1B43-4848-83C1-F227A9504E3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F59F522F-C8DC-4AE3-A89F-2CB6EC0B8DF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334183492"/>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8AE4FF-DDEE-4B0B-914F-BA7D2E0C411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46602657-36C4-4D1C-90E0-A9702165CF7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8FDD51D3-C9B6-4B71-9814-D908E8292E32}"/>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4BEDDB89-B802-491F-9775-1C0B88D5EC92}"/>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6dde28c8fde4b46"/>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B34AF7C-4ED5-4FCD-B262-E67DA6DEA813}"/>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9e2f2123cae415c"/>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36384EA-061A-4430-AC05-00B5EFEDCB3D}"/>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51FDB8F0-EAE4-47E3-AB00-67D1C5AA84B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424296B5-8F11-4CA7-92A1-9C1DFC47C6D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1178743444"/>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98D997AF-D182-4270-91D1-BDBB481C6C1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9ADF4E20-4C8B-4312-AF24-9D5A2A1F479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Current problem frame and validation status</a:t>
            </a:r>
          </a:p>
        </p:txBody>
      </p:sp>
      <p:sp>
        <p:nvSpPr>
          <p:cNvPr id="3" name="">
            <a:extLst xmlns:a="http://schemas.openxmlformats.org/drawingml/2006/main">
              <a:ext uri="{FF2B5EF4-FFF2-40B4-BE49-F238E27FC236}">
                <a16:creationId xmlns:a16="http://schemas.microsoft.com/office/drawing/2014/main" id="{2FCF235E-EECB-418F-A542-390917EE8C27}"/>
              </a:ext>
            </a:extLst>
          </p:cNvPr>
          <p:cNvSpPr>
            <a:spLocks xmlns:a="http://schemas.openxmlformats.org/drawingml/2006/main" noGrp="1"/>
          </p:cNvSpPr>
          <p:nvPr/>
        </p:nvSpPr>
        <p:spPr>
          <a:xfrm xmlns:a="http://schemas.openxmlformats.org/drawingml/2006/main">
            <a:off x="895350" y="1790700"/>
            <a:ext cx="2381250" cy="1600200"/>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94245E3-8B92-4D63-91A3-272052AE09F7}"/>
              </a:ext>
            </a:extLst>
          </p:cNvPr>
          <p:cNvSpPr>
            <a:spLocks xmlns:a="http://schemas.openxmlformats.org/drawingml/2006/main" noGrp="1"/>
          </p:cNvSpPr>
          <p:nvPr/>
        </p:nvSpPr>
        <p:spPr>
          <a:xfrm xmlns:a="http://schemas.openxmlformats.org/drawingml/2006/main">
            <a:off x="3276600" y="1790700"/>
            <a:ext cx="2381250" cy="1600200"/>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0829F6E7-B13F-4BB6-A19D-0CC05DB396F4}"/>
              </a:ext>
            </a:extLst>
          </p:cNvPr>
          <p:cNvSpPr>
            <a:spLocks xmlns:a="http://schemas.openxmlformats.org/drawingml/2006/main" noGrp="1"/>
          </p:cNvSpPr>
          <p:nvPr/>
        </p:nvSpPr>
        <p:spPr>
          <a:xfrm xmlns:a="http://schemas.openxmlformats.org/drawingml/2006/main">
            <a:off x="895350" y="3390900"/>
            <a:ext cx="2381250" cy="1600200"/>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0720E3F4-A571-4A5B-B889-25A1944E521B}"/>
              </a:ext>
            </a:extLst>
          </p:cNvPr>
          <p:cNvSpPr>
            <a:spLocks xmlns:a="http://schemas.openxmlformats.org/drawingml/2006/main" noGrp="1"/>
          </p:cNvSpPr>
          <p:nvPr/>
        </p:nvSpPr>
        <p:spPr>
          <a:xfrm xmlns:a="http://schemas.openxmlformats.org/drawingml/2006/main">
            <a:off x="3276600" y="3390900"/>
            <a:ext cx="2381250" cy="1600200"/>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06BED27A-E7F6-499C-AD0C-C26D80C439FE}"/>
              </a:ext>
            </a:extLst>
          </p:cNvPr>
          <p:cNvSpPr>
            <a:spLocks xmlns:a="http://schemas.openxmlformats.org/drawingml/2006/main" noGrp="1"/>
          </p:cNvSpPr>
          <p:nvPr/>
        </p:nvSpPr>
        <p:spPr>
          <a:xfrm xmlns:a="http://schemas.openxmlformats.org/drawingml/2006/main">
            <a:off x="3257550" y="1790700"/>
            <a:ext cx="38100" cy="32004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C95D35-7809-4DED-A309-5EB8E2A28703}"/>
              </a:ext>
            </a:extLst>
          </p:cNvPr>
          <p:cNvSpPr>
            <a:spLocks xmlns:a="http://schemas.openxmlformats.org/drawingml/2006/main" noGrp="1"/>
          </p:cNvSpPr>
          <p:nvPr/>
        </p:nvSpPr>
        <p:spPr>
          <a:xfrm xmlns:a="http://schemas.openxmlformats.org/drawingml/2006/main">
            <a:off x="895350" y="3371850"/>
            <a:ext cx="47625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B7BB5CD-F022-4D28-B9AF-058C81B5BCF0}"/>
              </a:ext>
            </a:extLst>
          </p:cNvPr>
          <p:cNvSpPr>
            <a:spLocks xmlns:a="http://schemas.openxmlformats.org/drawingml/2006/main" noGrp="1"/>
          </p:cNvSpPr>
          <p:nvPr/>
        </p:nvSpPr>
        <p:spPr>
          <a:xfrm xmlns:a="http://schemas.openxmlformats.org/drawingml/2006/main">
            <a:off x="106680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644"/>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Clear frame, weak evidence</a:t>
            </a:r>
          </a:p>
        </p:txBody>
      </p:sp>
      <p:sp>
        <p:nvSpPr>
          <p:cNvPr id="10" name="">
            <a:extLst xmlns:a="http://schemas.openxmlformats.org/drawingml/2006/main">
              <a:ext uri="{FF2B5EF4-FFF2-40B4-BE49-F238E27FC236}">
                <a16:creationId xmlns:a16="http://schemas.microsoft.com/office/drawing/2014/main" id="{D1BB6A00-8253-4BE3-96D0-B6D2121501CB}"/>
              </a:ext>
            </a:extLst>
          </p:cNvPr>
          <p:cNvSpPr>
            <a:spLocks xmlns:a="http://schemas.openxmlformats.org/drawingml/2006/main" noGrp="1"/>
          </p:cNvSpPr>
          <p:nvPr/>
        </p:nvSpPr>
        <p:spPr>
          <a:xfrm xmlns:a="http://schemas.openxmlformats.org/drawingml/2006/main">
            <a:off x="114300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Specific problem, limited user proof</a:t>
            </a:r>
          </a:p>
        </p:txBody>
      </p:sp>
      <p:sp>
        <p:nvSpPr>
          <p:cNvPr id="11" name="">
            <a:extLst xmlns:a="http://schemas.openxmlformats.org/drawingml/2006/main">
              <a:ext uri="{FF2B5EF4-FFF2-40B4-BE49-F238E27FC236}">
                <a16:creationId xmlns:a16="http://schemas.microsoft.com/office/drawing/2014/main" id="{48A927E9-1DE0-48A8-8C3A-55A97F9AE20B}"/>
              </a:ext>
            </a:extLst>
          </p:cNvPr>
          <p:cNvSpPr>
            <a:spLocks xmlns:a="http://schemas.openxmlformats.org/drawingml/2006/main" noGrp="1"/>
          </p:cNvSpPr>
          <p:nvPr/>
        </p:nvSpPr>
        <p:spPr>
          <a:xfrm xmlns:a="http://schemas.openxmlformats.org/drawingml/2006/main">
            <a:off x="344805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Evidence-led frame</a:t>
            </a:r>
          </a:p>
        </p:txBody>
      </p:sp>
      <p:sp>
        <p:nvSpPr>
          <p:cNvPr id="12" name="">
            <a:extLst xmlns:a="http://schemas.openxmlformats.org/drawingml/2006/main">
              <a:ext uri="{FF2B5EF4-FFF2-40B4-BE49-F238E27FC236}">
                <a16:creationId xmlns:a16="http://schemas.microsoft.com/office/drawing/2014/main" id="{4A3328FA-CBF9-455F-8D8B-19C14E3DC411}"/>
              </a:ext>
            </a:extLst>
          </p:cNvPr>
          <p:cNvSpPr>
            <a:spLocks xmlns:a="http://schemas.openxmlformats.org/drawingml/2006/main" noGrp="1"/>
          </p:cNvSpPr>
          <p:nvPr/>
        </p:nvSpPr>
        <p:spPr>
          <a:xfrm xmlns:a="http://schemas.openxmlformats.org/drawingml/2006/main">
            <a:off x="352425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Connects user pain, impact, and success</a:t>
            </a:r>
          </a:p>
        </p:txBody>
      </p:sp>
      <p:sp>
        <p:nvSpPr>
          <p:cNvPr id="13" name="">
            <a:extLst xmlns:a="http://schemas.openxmlformats.org/drawingml/2006/main">
              <a:ext uri="{FF2B5EF4-FFF2-40B4-BE49-F238E27FC236}">
                <a16:creationId xmlns:a16="http://schemas.microsoft.com/office/drawing/2014/main" id="{D6616DFA-0445-4ECC-8012-C8E19ABEC054}"/>
              </a:ext>
            </a:extLst>
          </p:cNvPr>
          <p:cNvSpPr>
            <a:spLocks xmlns:a="http://schemas.openxmlformats.org/drawingml/2006/main" noGrp="1"/>
          </p:cNvSpPr>
          <p:nvPr/>
        </p:nvSpPr>
        <p:spPr>
          <a:xfrm xmlns:a="http://schemas.openxmlformats.org/drawingml/2006/main">
            <a:off x="106680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217B1D3B-58A9-4034-88CF-50E99F9D4B44}"/>
              </a:ext>
            </a:extLst>
          </p:cNvPr>
          <p:cNvSpPr>
            <a:spLocks xmlns:a="http://schemas.openxmlformats.org/drawingml/2006/main" noGrp="1"/>
          </p:cNvSpPr>
          <p:nvPr/>
        </p:nvSpPr>
        <p:spPr>
          <a:xfrm xmlns:a="http://schemas.openxmlformats.org/drawingml/2006/main">
            <a:off x="114300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Feature chosen before the problem is understood</a:t>
            </a:r>
          </a:p>
        </p:txBody>
      </p:sp>
      <p:sp>
        <p:nvSpPr>
          <p:cNvPr id="15" name="">
            <a:extLst xmlns:a="http://schemas.openxmlformats.org/drawingml/2006/main">
              <a:ext uri="{FF2B5EF4-FFF2-40B4-BE49-F238E27FC236}">
                <a16:creationId xmlns:a16="http://schemas.microsoft.com/office/drawing/2014/main" id="{A221551D-BE26-4386-A8A5-28B367D168AB}"/>
              </a:ext>
            </a:extLst>
          </p:cNvPr>
          <p:cNvSpPr>
            <a:spLocks xmlns:a="http://schemas.openxmlformats.org/drawingml/2006/main" noGrp="1"/>
          </p:cNvSpPr>
          <p:nvPr/>
        </p:nvSpPr>
        <p:spPr>
          <a:xfrm xmlns:a="http://schemas.openxmlformats.org/drawingml/2006/main">
            <a:off x="344805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5EC97B54-6D21-4022-8820-C46FB748A99F}"/>
              </a:ext>
            </a:extLst>
          </p:cNvPr>
          <p:cNvSpPr>
            <a:spLocks xmlns:a="http://schemas.openxmlformats.org/drawingml/2006/main" noGrp="1"/>
          </p:cNvSpPr>
          <p:nvPr/>
        </p:nvSpPr>
        <p:spPr>
          <a:xfrm xmlns:a="http://schemas.openxmlformats.org/drawingml/2006/main">
            <a:off x="352425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Real pain, but constraints and feasibility are missed</a:t>
            </a:r>
          </a:p>
        </p:txBody>
      </p:sp>
      <p:sp>
        <p:nvSpPr>
          <p:cNvPr id="17" name="">
            <a:extLst xmlns:a="http://schemas.openxmlformats.org/drawingml/2006/main">
              <a:ext uri="{FF2B5EF4-FFF2-40B4-BE49-F238E27FC236}">
                <a16:creationId xmlns:a16="http://schemas.microsoft.com/office/drawing/2014/main" id="{E4CE316F-A8EC-445C-9679-1E02352D49AC}"/>
              </a:ext>
            </a:extLst>
          </p:cNvPr>
          <p:cNvSpPr>
            <a:spLocks xmlns:a="http://schemas.openxmlformats.org/drawingml/2006/main" noGrp="1"/>
          </p:cNvSpPr>
          <p:nvPr/>
        </p:nvSpPr>
        <p:spPr>
          <a:xfrm xmlns:a="http://schemas.openxmlformats.org/drawingml/2006/main">
            <a:off x="2247900" y="14859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F47A22"/>
                </a:solidFill>
                <a:latin typeface="Calibri"/>
                <a:ea typeface="Calibri"/>
                <a:cs typeface="Calibri"/>
              </a:defRPr>
            </a:pPr>
            <a:r>
              <a:rPr sz="1050"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CC1644CB-906C-4FB1-8CC8-9BFBD102C27B}"/>
              </a:ext>
            </a:extLst>
          </p:cNvPr>
          <p:cNvSpPr>
            <a:spLocks xmlns:a="http://schemas.openxmlformats.org/drawingml/2006/main" noGrp="1"/>
          </p:cNvSpPr>
          <p:nvPr/>
        </p:nvSpPr>
        <p:spPr>
          <a:xfrm xmlns:a="http://schemas.openxmlformats.org/drawingml/2006/main">
            <a:off x="2247900" y="50673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687489"/>
                </a:solidFill>
                <a:latin typeface="Calibri"/>
                <a:ea typeface="Calibri"/>
                <a:cs typeface="Calibri"/>
              </a:defRPr>
            </a:pPr>
            <a:r>
              <a:rPr sz="1050"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70D83CB3-204D-416B-8F2A-7F4AD6940951}"/>
              </a:ext>
            </a:extLst>
          </p:cNvPr>
          <p:cNvSpPr>
            <a:spLocks xmlns:a="http://schemas.openxmlformats.org/drawingml/2006/main" noGrp="1"/>
          </p:cNvSpPr>
          <p:nvPr/>
        </p:nvSpPr>
        <p:spPr>
          <a:xfrm xmlns:a="http://schemas.openxmlformats.org/drawingml/2006/main">
            <a:off x="19050" y="3200400"/>
            <a:ext cx="83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3032"/>
          </a:bodyPr>
          <a:lstStyle xmlns:a="http://schemas.openxmlformats.org/drawingml/2006/main"/>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STAKEHOLDER</a:t>
            </a:r>
          </a:p>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ASSUMPTION</a:t>
            </a:r>
          </a:p>
        </p:txBody>
      </p:sp>
      <p:sp>
        <p:nvSpPr>
          <p:cNvPr id="20" name="">
            <a:extLst xmlns:a="http://schemas.openxmlformats.org/drawingml/2006/main">
              <a:ext uri="{FF2B5EF4-FFF2-40B4-BE49-F238E27FC236}">
                <a16:creationId xmlns:a16="http://schemas.microsoft.com/office/drawing/2014/main" id="{F4E4A3F6-180E-4DB2-BDF3-F9A7102A400C}"/>
              </a:ext>
            </a:extLst>
          </p:cNvPr>
          <p:cNvSpPr>
            <a:spLocks xmlns:a="http://schemas.openxmlformats.org/drawingml/2006/main" noGrp="1"/>
          </p:cNvSpPr>
          <p:nvPr/>
        </p:nvSpPr>
        <p:spPr>
          <a:xfrm xmlns:a="http://schemas.openxmlformats.org/drawingml/2006/main">
            <a:off x="5695950" y="3200400"/>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USER</a:t>
            </a:r>
          </a:p>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EVIDENCE</a:t>
            </a:r>
          </a:p>
        </p:txBody>
      </p:sp>
      <p:sp>
        <p:nvSpPr>
          <p:cNvPr id="21" name="">
            <a:extLst xmlns:a="http://schemas.openxmlformats.org/drawingml/2006/main">
              <a:ext uri="{FF2B5EF4-FFF2-40B4-BE49-F238E27FC236}">
                <a16:creationId xmlns:a16="http://schemas.microsoft.com/office/drawing/2014/main" id="{233DC168-1753-430C-902D-B389F80F4703}"/>
              </a:ext>
            </a:extLst>
          </p:cNvPr>
          <p:cNvSpPr>
            <a:spLocks xmlns:a="http://schemas.openxmlformats.org/drawingml/2006/main" noGrp="1"/>
          </p:cNvSpPr>
          <p:nvPr/>
        </p:nvSpPr>
        <p:spPr>
          <a:xfrm xmlns:a="http://schemas.openxmlformats.org/drawingml/2006/main">
            <a:off x="4457700" y="25717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81FB7933-A4B7-4EDB-AEFA-BD3BEFDD35DE}"/>
              </a:ext>
            </a:extLst>
          </p:cNvPr>
          <p:cNvSpPr>
            <a:spLocks xmlns:a="http://schemas.openxmlformats.org/drawingml/2006/main" noGrp="1"/>
          </p:cNvSpPr>
          <p:nvPr/>
        </p:nvSpPr>
        <p:spPr>
          <a:xfrm xmlns:a="http://schemas.openxmlformats.org/drawingml/2006/main">
            <a:off x="3962400" y="281940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637"/>
          </a:bodyPr>
          <a:lstStyle xmlns:a="http://schemas.openxmlformats.org/drawingml/2006/main"/>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CURRENT FRAME</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Strong definition</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Directional validation</a:t>
            </a:r>
          </a:p>
        </p:txBody>
      </p:sp>
      <p:sp>
        <p:nvSpPr>
          <p:cNvPr id="23" name="">
            <a:extLst xmlns:a="http://schemas.openxmlformats.org/drawingml/2006/main">
              <a:ext uri="{FF2B5EF4-FFF2-40B4-BE49-F238E27FC236}">
                <a16:creationId xmlns:a16="http://schemas.microsoft.com/office/drawing/2014/main" id="{926C60C3-2EA7-4253-AC92-6658B5A59CAA}"/>
              </a:ext>
            </a:extLst>
          </p:cNvPr>
          <p:cNvSpPr>
            <a:spLocks xmlns:a="http://schemas.openxmlformats.org/drawingml/2006/main" noGrp="1"/>
          </p:cNvSpPr>
          <p:nvPr/>
        </p:nvSpPr>
        <p:spPr>
          <a:xfrm xmlns:a="http://schemas.openxmlformats.org/drawingml/2006/main">
            <a:off x="6515100" y="1581150"/>
            <a:ext cx="5048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0C94894D-8591-48EA-B81F-FEEBAD80D1C7}"/>
              </a:ext>
            </a:extLst>
          </p:cNvPr>
          <p:cNvSpPr>
            <a:spLocks xmlns:a="http://schemas.openxmlformats.org/drawingml/2006/main" noGrp="1"/>
          </p:cNvSpPr>
          <p:nvPr/>
        </p:nvSpPr>
        <p:spPr>
          <a:xfrm xmlns:a="http://schemas.openxmlformats.org/drawingml/2006/main">
            <a:off x="6743700" y="1733550"/>
            <a:ext cx="451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CURRENT CONTEXT</a:t>
            </a:r>
          </a:p>
        </p:txBody>
      </p:sp>
      <p:sp>
        <p:nvSpPr>
          <p:cNvPr id="25" name="">
            <a:extLst xmlns:a="http://schemas.openxmlformats.org/drawingml/2006/main">
              <a:ext uri="{FF2B5EF4-FFF2-40B4-BE49-F238E27FC236}">
                <a16:creationId xmlns:a16="http://schemas.microsoft.com/office/drawing/2014/main" id="{6152D1D6-51C5-4ED9-82D1-3C9B81B10642}"/>
              </a:ext>
            </a:extLst>
          </p:cNvPr>
          <p:cNvSpPr>
            <a:spLocks xmlns:a="http://schemas.openxmlformats.org/drawingml/2006/main" noGrp="1"/>
          </p:cNvSpPr>
          <p:nvPr/>
        </p:nvSpPr>
        <p:spPr>
          <a:xfrm xmlns:a="http://schemas.openxmlformats.org/drawingml/2006/main">
            <a:off x="6743700" y="215265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USER AND SETTING</a:t>
            </a:r>
          </a:p>
        </p:txBody>
      </p:sp>
      <p:sp>
        <p:nvSpPr>
          <p:cNvPr id="26" name="">
            <a:extLst xmlns:a="http://schemas.openxmlformats.org/drawingml/2006/main">
              <a:ext uri="{FF2B5EF4-FFF2-40B4-BE49-F238E27FC236}">
                <a16:creationId xmlns:a16="http://schemas.microsoft.com/office/drawing/2014/main" id="{2044EF71-688F-4EFD-835A-A7C00F8454E8}"/>
              </a:ext>
            </a:extLst>
          </p:cNvPr>
          <p:cNvSpPr>
            <a:spLocks xmlns:a="http://schemas.openxmlformats.org/drawingml/2006/main" noGrp="1"/>
          </p:cNvSpPr>
          <p:nvPr/>
        </p:nvSpPr>
        <p:spPr>
          <a:xfrm xmlns:a="http://schemas.openxmlformats.org/drawingml/2006/main">
            <a:off x="8020050" y="2133600"/>
            <a:ext cx="325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25"/>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Four-wheel riders starting from airports, gated residences, malls, offices, or stations. Drivers are directly affected.</a:t>
            </a:r>
          </a:p>
        </p:txBody>
      </p:sp>
      <p:sp>
        <p:nvSpPr>
          <p:cNvPr id="27" name="">
            <a:extLst xmlns:a="http://schemas.openxmlformats.org/drawingml/2006/main">
              <a:ext uri="{FF2B5EF4-FFF2-40B4-BE49-F238E27FC236}">
                <a16:creationId xmlns:a16="http://schemas.microsoft.com/office/drawing/2014/main" id="{2DC57DB6-8DFE-47A4-A590-BD50934784FC}"/>
              </a:ext>
            </a:extLst>
          </p:cNvPr>
          <p:cNvSpPr>
            <a:spLocks xmlns:a="http://schemas.openxmlformats.org/drawingml/2006/main" noGrp="1"/>
          </p:cNvSpPr>
          <p:nvPr/>
        </p:nvSpPr>
        <p:spPr>
          <a:xfrm xmlns:a="http://schemas.openxmlformats.org/drawingml/2006/main">
            <a:off x="6724650" y="26860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B1FA3D4-A1CE-4EDA-B5E2-EEA0732BD9BB}"/>
              </a:ext>
            </a:extLst>
          </p:cNvPr>
          <p:cNvSpPr>
            <a:spLocks xmlns:a="http://schemas.openxmlformats.org/drawingml/2006/main" noGrp="1"/>
          </p:cNvSpPr>
          <p:nvPr/>
        </p:nvSpPr>
        <p:spPr>
          <a:xfrm xmlns:a="http://schemas.openxmlformats.org/drawingml/2006/main">
            <a:off x="6743700" y="278130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OBSERVED PROBLEM</a:t>
            </a:r>
          </a:p>
        </p:txBody>
      </p:sp>
      <p:sp>
        <p:nvSpPr>
          <p:cNvPr id="29" name="">
            <a:extLst xmlns:a="http://schemas.openxmlformats.org/drawingml/2006/main">
              <a:ext uri="{FF2B5EF4-FFF2-40B4-BE49-F238E27FC236}">
                <a16:creationId xmlns:a16="http://schemas.microsoft.com/office/drawing/2014/main" id="{4E6A1B4B-5AB4-4D78-9F88-571194430100}"/>
              </a:ext>
            </a:extLst>
          </p:cNvPr>
          <p:cNvSpPr>
            <a:spLocks xmlns:a="http://schemas.openxmlformats.org/drawingml/2006/main" noGrp="1"/>
          </p:cNvSpPr>
          <p:nvPr/>
        </p:nvSpPr>
        <p:spPr>
          <a:xfrm xmlns:a="http://schemas.openxmlformats.org/drawingml/2006/main">
            <a:off x="8020050" y="276225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The pin may show the area, but both sides still lack one clear and workable meeting point. Calls, waiting, or movement follow.</a:t>
            </a:r>
          </a:p>
        </p:txBody>
      </p:sp>
      <p:sp>
        <p:nvSpPr>
          <p:cNvPr id="30" name="">
            <a:extLst xmlns:a="http://schemas.openxmlformats.org/drawingml/2006/main">
              <a:ext uri="{FF2B5EF4-FFF2-40B4-BE49-F238E27FC236}">
                <a16:creationId xmlns:a16="http://schemas.microsoft.com/office/drawing/2014/main" id="{283F9D38-55D8-4F28-A594-BA71BEC43EF9}"/>
              </a:ext>
            </a:extLst>
          </p:cNvPr>
          <p:cNvSpPr>
            <a:spLocks xmlns:a="http://schemas.openxmlformats.org/drawingml/2006/main" noGrp="1"/>
          </p:cNvSpPr>
          <p:nvPr/>
        </p:nvSpPr>
        <p:spPr>
          <a:xfrm xmlns:a="http://schemas.openxmlformats.org/drawingml/2006/main">
            <a:off x="6724650" y="346710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55BF781-D0A7-40A6-9C15-79895DA71142}"/>
              </a:ext>
            </a:extLst>
          </p:cNvPr>
          <p:cNvSpPr>
            <a:spLocks xmlns:a="http://schemas.openxmlformats.org/drawingml/2006/main" noGrp="1"/>
          </p:cNvSpPr>
          <p:nvPr/>
        </p:nvSpPr>
        <p:spPr>
          <a:xfrm xmlns:a="http://schemas.openxmlformats.org/drawingml/2006/main">
            <a:off x="6743700" y="356235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CURRENT EVIDENCE</a:t>
            </a:r>
          </a:p>
        </p:txBody>
      </p:sp>
      <p:sp>
        <p:nvSpPr>
          <p:cNvPr id="32" name="">
            <a:extLst xmlns:a="http://schemas.openxmlformats.org/drawingml/2006/main">
              <a:ext uri="{FF2B5EF4-FFF2-40B4-BE49-F238E27FC236}">
                <a16:creationId xmlns:a16="http://schemas.microsoft.com/office/drawing/2014/main" id="{826CFADD-C89B-40EA-8779-7A1FB3D64C97}"/>
              </a:ext>
            </a:extLst>
          </p:cNvPr>
          <p:cNvSpPr>
            <a:spLocks xmlns:a="http://schemas.openxmlformats.org/drawingml/2006/main" noGrp="1"/>
          </p:cNvSpPr>
          <p:nvPr/>
        </p:nvSpPr>
        <p:spPr>
          <a:xfrm xmlns:a="http://schemas.openxmlformats.org/drawingml/2006/main">
            <a:off x="8020050" y="354330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62 unique responses. 24 of 51 recent users reported difficulty or uncertainty. 30 gave open-ended answers. Only 4 drivers responded.</a:t>
            </a:r>
          </a:p>
        </p:txBody>
      </p:sp>
      <p:sp>
        <p:nvSpPr>
          <p:cNvPr id="33" name="">
            <a:extLst xmlns:a="http://schemas.openxmlformats.org/drawingml/2006/main">
              <a:ext uri="{FF2B5EF4-FFF2-40B4-BE49-F238E27FC236}">
                <a16:creationId xmlns:a16="http://schemas.microsoft.com/office/drawing/2014/main" id="{D1782DDE-1C1E-4A39-9D4F-E30D4CDD30F0}"/>
              </a:ext>
            </a:extLst>
          </p:cNvPr>
          <p:cNvSpPr>
            <a:spLocks xmlns:a="http://schemas.openxmlformats.org/drawingml/2006/main" noGrp="1"/>
          </p:cNvSpPr>
          <p:nvPr/>
        </p:nvSpPr>
        <p:spPr>
          <a:xfrm xmlns:a="http://schemas.openxmlformats.org/drawingml/2006/main">
            <a:off x="6724650" y="42481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BF27E8A-629E-4E7C-811C-E4D77A150CDC}"/>
              </a:ext>
            </a:extLst>
          </p:cNvPr>
          <p:cNvSpPr>
            <a:spLocks xmlns:a="http://schemas.openxmlformats.org/drawingml/2006/main" noGrp="1"/>
          </p:cNvSpPr>
          <p:nvPr/>
        </p:nvSpPr>
        <p:spPr>
          <a:xfrm xmlns:a="http://schemas.openxmlformats.org/drawingml/2006/main">
            <a:off x="6743700" y="4343400"/>
            <a:ext cx="121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SUCCESS SIGNAL</a:t>
            </a:r>
          </a:p>
        </p:txBody>
      </p:sp>
      <p:sp>
        <p:nvSpPr>
          <p:cNvPr id="35" name="">
            <a:extLst xmlns:a="http://schemas.openxmlformats.org/drawingml/2006/main">
              <a:ext uri="{FF2B5EF4-FFF2-40B4-BE49-F238E27FC236}">
                <a16:creationId xmlns:a16="http://schemas.microsoft.com/office/drawing/2014/main" id="{94A52223-7DFA-434D-823D-B2A2E7EB3397}"/>
              </a:ext>
            </a:extLst>
          </p:cNvPr>
          <p:cNvSpPr>
            <a:spLocks xmlns:a="http://schemas.openxmlformats.org/drawingml/2006/main" noGrp="1"/>
          </p:cNvSpPr>
          <p:nvPr/>
        </p:nvSpPr>
        <p:spPr>
          <a:xfrm xmlns:a="http://schemas.openxmlformats.org/drawingml/2006/main">
            <a:off x="8020050" y="432435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Fewer reactive calls or messages and less time between driver arrival and trip start.</a:t>
            </a:r>
          </a:p>
        </p:txBody>
      </p:sp>
      <p:sp>
        <p:nvSpPr>
          <p:cNvPr id="36" name="">
            <a:extLst xmlns:a="http://schemas.openxmlformats.org/drawingml/2006/main">
              <a:ext uri="{FF2B5EF4-FFF2-40B4-BE49-F238E27FC236}">
                <a16:creationId xmlns:a16="http://schemas.microsoft.com/office/drawing/2014/main" id="{404F8170-154D-41D4-997C-A50C13E7CB20}"/>
              </a:ext>
            </a:extLst>
          </p:cNvPr>
          <p:cNvSpPr>
            <a:spLocks xmlns:a="http://schemas.openxmlformats.org/drawingml/2006/main" noGrp="1"/>
          </p:cNvSpPr>
          <p:nvPr/>
        </p:nvSpPr>
        <p:spPr>
          <a:xfrm xmlns:a="http://schemas.openxmlformats.org/drawingml/2006/main">
            <a:off x="6724650" y="48196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9E7350A-9939-4D73-AEBF-F50F3F0C8BCF}"/>
              </a:ext>
            </a:extLst>
          </p:cNvPr>
          <p:cNvSpPr>
            <a:spLocks xmlns:a="http://schemas.openxmlformats.org/drawingml/2006/main" noGrp="1"/>
          </p:cNvSpPr>
          <p:nvPr/>
        </p:nvSpPr>
        <p:spPr>
          <a:xfrm xmlns:a="http://schemas.openxmlformats.org/drawingml/2006/main">
            <a:off x="6743700" y="4914900"/>
            <a:ext cx="1219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F47A22"/>
                </a:solidFill>
                <a:latin typeface="Calibri"/>
                <a:ea typeface="Calibri"/>
                <a:cs typeface="Calibri"/>
              </a:defRPr>
            </a:pPr>
            <a:r>
              <a:rPr sz="900" b="1" i="0">
                <a:solidFill>
                  <a:srgbClr val="F47A22"/>
                </a:solidFill>
                <a:latin typeface="Calibri"/>
                <a:ea typeface="Calibri"/>
                <a:cs typeface="Calibri"/>
              </a:rPr>
              <a:t>REMAINING GAPS</a:t>
            </a:r>
          </a:p>
        </p:txBody>
      </p:sp>
      <p:sp>
        <p:nvSpPr>
          <p:cNvPr id="38" name="">
            <a:extLst xmlns:a="http://schemas.openxmlformats.org/drawingml/2006/main">
              <a:ext uri="{FF2B5EF4-FFF2-40B4-BE49-F238E27FC236}">
                <a16:creationId xmlns:a16="http://schemas.microsoft.com/office/drawing/2014/main" id="{B3C6E8A0-FBB6-4525-8E7F-FC8A69420EBB}"/>
              </a:ext>
            </a:extLst>
          </p:cNvPr>
          <p:cNvSpPr>
            <a:spLocks xmlns:a="http://schemas.openxmlformats.org/drawingml/2006/main" noGrp="1"/>
          </p:cNvSpPr>
          <p:nvPr/>
        </p:nvSpPr>
        <p:spPr>
          <a:xfrm xmlns:a="http://schemas.openxmlformats.org/drawingml/2006/main">
            <a:off x="8020050" y="48958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No moderated interviews. Driver evidence is thin. The sample is not representative. Validate with rider and driver interviews plus pickup event data.</a:t>
            </a:r>
          </a:p>
        </p:txBody>
      </p:sp>
      <p:sp>
        <p:nvSpPr>
          <p:cNvPr id="39" name="">
            <a:extLst xmlns:a="http://schemas.openxmlformats.org/drawingml/2006/main">
              <a:ext uri="{FF2B5EF4-FFF2-40B4-BE49-F238E27FC236}">
                <a16:creationId xmlns:a16="http://schemas.microsoft.com/office/drawing/2014/main" id="{E77E56A0-716A-401D-BF46-DD4A39B34FE9}"/>
              </a:ext>
            </a:extLst>
          </p:cNvPr>
          <p:cNvSpPr>
            <a:spLocks xmlns:a="http://schemas.openxmlformats.org/drawingml/2006/main" noGrp="1"/>
          </p:cNvSpPr>
          <p:nvPr/>
        </p:nvSpPr>
        <p:spPr>
          <a:xfrm xmlns:a="http://schemas.openxmlformats.org/drawingml/2006/main">
            <a:off x="514350" y="5810250"/>
            <a:ext cx="110490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0597008-AA25-4021-A3AE-E5FDD8BE7599}"/>
              </a:ext>
            </a:extLst>
          </p:cNvPr>
          <p:cNvSpPr>
            <a:spLocks xmlns:a="http://schemas.openxmlformats.org/drawingml/2006/main" noGrp="1"/>
          </p:cNvSpPr>
          <p:nvPr/>
        </p:nvSpPr>
        <p:spPr>
          <a:xfrm xmlns:a="http://schemas.openxmlformats.org/drawingml/2006/main">
            <a:off x="723900" y="5905500"/>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Assessment: strong problem framing with directional validation. Test the smallest idea while gathering stronger evidence.</a:t>
            </a:r>
          </a:p>
        </p:txBody>
      </p:sp>
      <p:sp>
        <p:nvSpPr>
          <p:cNvPr id="41" name="">
            <a:extLst xmlns:a="http://schemas.openxmlformats.org/drawingml/2006/main">
              <a:ext uri="{FF2B5EF4-FFF2-40B4-BE49-F238E27FC236}">
                <a16:creationId xmlns:a16="http://schemas.microsoft.com/office/drawing/2014/main" id="{524564B0-E606-4B21-9E5E-840D126FB8A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2" name="">
            <a:extLst xmlns:a="http://schemas.openxmlformats.org/drawingml/2006/main">
              <a:ext uri="{FF2B5EF4-FFF2-40B4-BE49-F238E27FC236}">
                <a16:creationId xmlns:a16="http://schemas.microsoft.com/office/drawing/2014/main" id="{A7FA71DF-A770-46EF-A0E5-5EAFD2A1329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247960409"/>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468D44F-2165-43C8-9C5A-02957845C2B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CC3D1D29-584E-4471-A5F6-D8C50FFB799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E48B0E84-17C2-4DFF-A0F8-2BED2D01441A}"/>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16FAFD31-A88D-4F2E-85E8-5C23D4D7BD7D}"/>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250391FA-A1B6-4C3C-8DAA-47A047ECDF14}"/>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C109835D-24D9-489F-8FF8-BC3854381C03}"/>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3A26CBC0-9886-4C97-BB35-0F9B04A05142}"/>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776605-DAB3-4AFC-874C-02A59431DD4B}"/>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BE4DEF61-0122-4EC5-A316-4D2F262CE82A}"/>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87002E4-936D-4A9F-9B3A-421A05106A46}"/>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4D55201E-D977-4269-9918-EE651E9E91AD}"/>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4537A389-9C1F-423E-86E0-82CEB11E13B1}"/>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77D51390-D358-4FC6-A239-100C2A286501}"/>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350D152-665B-4AAC-81DF-D93C61EC4DE1}"/>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6F3072BA-FD16-43C2-99F1-050EC5A6F22E}"/>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82763B40-70D9-4804-A139-6EC391D1670A}"/>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F825290D-71F5-41E3-A4D4-A3356E69A1FF}"/>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BAA7DD56-2E9B-4895-AB4B-B3EAC45F97F4}"/>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A1F8A00B-1C08-4B0D-91A9-C73122F5A908}"/>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2C2B920-C3C0-4EA6-9F8B-97A540091D7C}"/>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97B3D6DA-8F27-4501-BD10-AC6BE61FCF34}"/>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B97598BC-0825-4CC6-8750-C4D526A0DC5B}"/>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20E676E1-9272-4AB0-8603-55B48CA35A37}"/>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4B06FD01-BCA4-43AE-9268-BA14F3E31106}"/>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1F2754D4-2C7B-48E9-BC55-04D0B8EAFB07}"/>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6231E7E-A24A-46CE-886A-D1BA737031E6}"/>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2A19DACF-4BED-487E-85B6-11229198D941}"/>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47A6AF33-606E-463F-BAC0-3EA1EA69990C}"/>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33727A06-E472-476D-82E3-8B5A0A7185E4}"/>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2DF2F153-EEE5-4AF1-8032-E0152E44C4E1}"/>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31741FEA-38F4-4233-99A8-ED62F39FECB4}"/>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237A51E-721B-482B-A287-8F18B8FB6CF5}"/>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D4B5CD16-FB04-4AEB-B50C-1415F19C13F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743A9447-F78D-4556-B6EC-876CB15BE24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514191532"/>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2D6E53A-B3E9-47F9-B42B-436247B4443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50FDCDB8-24CD-4992-9E23-4D91AA95C21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90364B9F-3D7C-4DF9-BE47-D30764B36389}"/>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7F82C502-F42B-4D2F-AA52-B05528BBD267}"/>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A755AD13-83F1-42B8-AA21-867C71909547}"/>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6F4A3777-37C7-4386-8712-CF1CA5C4CFEF}"/>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342E98E6-5687-4234-AC48-528049870C4F}"/>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48AED33-FE2F-4896-B999-674F2634F333}"/>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30C1E148-8199-40D7-9C8F-84668E6FD04C}"/>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7AC805D4-33D6-4E73-A775-492DD2503CF6}"/>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5E844529-E828-43E6-AF03-645285D50DEC}"/>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09415A51-9F85-4134-9EC7-A083911411AA}"/>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6761B3DB-8C33-41A1-AE11-C4BDF691122F}"/>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088ED8-2F5F-4AD0-BE92-1ECB1C5D6884}"/>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D09F7DDE-8581-450B-89CB-40261B6BC49E}"/>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0F529523-93CC-4E20-81AD-B0D00F4FDCF4}"/>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A0C3F8D1-565D-4CB2-9064-C85729A5697D}"/>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3D709864-96E2-4C2E-B350-88B23DDFE6E5}"/>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5D65401C-52AD-47BE-AB68-089A9EEC931E}"/>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9D1EC80-A706-4CAD-935D-18ECFCF45C62}"/>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423FBF0A-94B8-4785-BAF2-D23D01FA26DA}"/>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F3C8369A-D959-407F-851D-4C24D19C7556}"/>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96E3FC36-EEE9-498D-9C32-3D6CD91F367C}"/>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DF95EF91-4DE4-48B8-98EC-FF95BB2B0056}"/>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DA191322-8FC5-46A7-9BF3-E0C257B033AF}"/>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914A472-4100-438E-97DF-BEE83E0B61FA}"/>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19A1EB37-0544-498B-8C23-788594D6799D}"/>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E5A71C1F-BF37-434C-B094-552E5A671DE3}"/>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CBFC394B-D1DA-4523-BDA5-2CAFA85E5516}"/>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9551334B-068F-4D30-8BF1-3A23B2CD5565}"/>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8F3FA674-3EF9-4CBA-A690-72DA7C6128E1}"/>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D155712-E9CE-4758-9FF8-80B8305A722D}"/>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4D77A6E5-F3D3-4BE5-A7A4-F3C3AD5FF5E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AFEE0CEE-0CBB-467E-96CB-AC181535B52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123449252"/>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088C9A35-68BC-456F-97B8-E0E8649503F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63E7572C-0647-4CD8-B2D6-619C384FA67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8F8A9FE3-EB6E-45D8-A087-4D59B5D1F5DC}"/>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7648EFE5-A0F8-4FF7-91DF-6CDB10FCAFE5}"/>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2C2FFD00-B532-453B-98ED-4752D2128785}"/>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A17C2AFE-0E2F-48E7-80E0-C5920E917440}"/>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4458A236-3C7A-4BB3-B97B-B6E7CFB05998}"/>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E127BA03-0C06-4077-AA1A-D82030F77549}"/>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ADF54070-30D9-44CB-99BD-11FA5F32C170}"/>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E4CF2C78-14B5-492D-BA02-3FBFD3914F51}"/>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08578A54-CFC4-4AE1-992D-8C610C4D5FA4}"/>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F46D105E-F584-4815-BBC4-5160827A3083}"/>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767B407D-BF14-4DF3-B4A4-7E0198CA91B9}"/>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BD5DCF4B-9992-4679-BD7A-4C116563CFB3}"/>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4256578C-66AE-4BF4-827F-1E033E49287D}"/>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C6889488-A434-4905-AA1E-9A16EA63020D}"/>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1F1FB6E7-C9C7-4E35-BF96-BE719E9E3E37}"/>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9D71F000-75EA-4F49-9A2C-96438A9C82F3}"/>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684793F3-68EB-4ECC-9BB6-DAA3E2212F23}"/>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B30D020A-28A1-4984-8EF9-2949C435D5CF}"/>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B5E6B6BC-9ADD-4D15-8568-BD43433F2286}"/>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A88128C4-2DD0-43F8-9BBC-770E67EF436C}"/>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3820488A-5F7A-4E4C-9DA1-17E95808F66D}"/>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27146C7E-473E-4B37-99C0-3669A08F2DAC}"/>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98D144CD-CE72-4859-A2F0-567801D9D40A}"/>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1C69B4B9-955A-4ABC-9BEB-984CB9B2CAB7}"/>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031E131B-E5CE-4912-A31A-9A0D2FFCAED8}"/>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8A7E22D8-5915-4081-AC42-BAAFBB45E8DE}"/>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D5621B9D-A0C8-47A0-A9F8-9541F0FA7A5D}"/>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B48763CB-D9E9-4BAB-92FF-19A01655F2B3}"/>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6C77DFC5-D4E3-4254-8628-87B63F47F4AE}"/>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BA8269E4-691A-4883-A894-210FC1688C3B}"/>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2DFC3201-A1BB-4835-8643-21CAC0D3D6EE}"/>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CD3260AF-1C3D-49EB-A30B-B5D916808B8B}"/>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9928DC87-12AF-4AAF-B532-0EBB35104ABE}"/>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CDDA0FA0-7DAF-44CB-985A-93129DFB7626}"/>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C40058A0-FC34-4B27-BC76-000686AAA8C2}"/>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191D6F9E-99CB-4543-9512-67CD740D88EF}"/>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76C3CFB2-3927-4112-A62C-6F153AA1C4A8}"/>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C043F560-15BB-434F-80E2-4793C68E7E89}"/>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6ACBA2D1-81B7-47EC-9B80-ACDADBBD4EE8}"/>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AE46DEBD-88B8-4726-A77D-E37276698314}"/>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B2381158-6E31-4559-8634-782AA6AFB60E}"/>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B772EC3A-F4BF-4152-A662-A63CF56D1390}"/>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9AB07144-5EBA-4233-8B61-B26E9ED30134}"/>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28F5BA93-D99C-4094-9E12-42B8A8FEE6BF}"/>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06DF04D9-D65F-436F-95AA-46DDD14D74B8}"/>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A777B89B-B126-4DBE-A5C5-115DF37EED3F}"/>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5E151259-4BBD-4FED-B8AF-EB2A6754C1EF}"/>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432A6141-AE19-4F6C-B37E-7B9E45CD5321}"/>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7A83FE64-4B62-4CE0-80D9-AC774273132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B81C4AF0-B053-48D9-B544-8B4F7AE984D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2097529665"/>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5F69719-1FD3-424D-8759-DA0686466AD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08CABFE1-1CF4-4C1D-AB29-BE69687E112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9E2361EA-4272-40FB-873B-A56E7F76888D}"/>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E3EB3881-DE6C-4A30-B98C-3C884A58362A}"/>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15F18D9F-C199-4243-8ED7-239F1A5823C7}"/>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8AD76957-040B-431F-917F-F61A65A4FD4B}"/>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26F28B3C-4B4E-47A1-B751-50D681E56E89}"/>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F40EF6E3-C9E0-4A65-B60A-7441C6FF8579}"/>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01C66C7E-392B-43FA-B20E-5088D77E6A0F}"/>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8D1E7640-6AB0-4097-A8E8-613C0B4971C6}"/>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D6888F98-3B0E-4261-995F-A829D948921B}"/>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2EE7321F-8586-4E11-8F9E-E91D44BB0F4B}"/>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16F0E3EF-08FA-4D36-A277-EF3FA3F4458A}"/>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1088247D-40A5-4FF9-A4C5-371FFB82C100}"/>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DFA6EDF1-E62E-4BFA-AF72-72B81A2B76AE}"/>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D34007D6-8219-4630-BFBE-4FF1093FF497}"/>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1EEB323C-F244-43AB-A439-B2DEDF5C7852}"/>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05157C26-7783-4F20-8B6F-502852B07F6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782A8B24-0C69-4BA5-B320-1372B200879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595643192"/>
      </p:ext>
    </p:extLst>
  </p:cSld>
</p:sld>
</file>

<file path=ppt/slides/slide2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05F10A78-E918-4D63-9D36-1551EE472C8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8C4C8B90-16C3-4CF1-91D6-D8F1F655609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6B57B0B4-37F8-4436-BF7B-2439905221ED}"/>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2E4FAEF4-538F-49E3-9A12-297F1A50833F}"/>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640E7875-CEA9-415D-80BE-ABA37582A9CF}"/>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67997619-3C4F-49B0-8A69-9EA1F4611129}"/>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4BD0AF7F-39B2-456E-9FDA-97A1D3E8209B}"/>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FE8D4493-FB2F-4204-B708-E788A7B78338}"/>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D8D33938-A708-4ED5-B5DA-835B60919E09}"/>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7F01241E-FB96-4045-97D5-6FC385FAFFCF}"/>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9687244F-1577-4A4E-82F7-8E8E15D675AC}"/>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CD37895A-4B2B-496F-B1CF-57E704324A34}"/>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043ECC6A-BD97-4A05-BB22-DFCB9F8D5636}"/>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9E5F7F51-A601-412B-88E7-68B57C8F92BA}"/>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B1F1274D-AAD8-4797-97C9-A106AE8A8C2B}"/>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B2F74700-6CCB-4DAB-ABE9-58000B79D60F}"/>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C9605A3B-4904-48D9-A0E4-19F8CF349BEF}"/>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0668DC45-ECB0-406F-B2AA-5E6482640543}"/>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66E00107-D05E-499B-AE7B-DAB87D528451}"/>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4D543416-ADFB-4AE6-87AF-00D44A27B418}"/>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E0159E70-E7C2-4A3A-B9CB-DCC50495D9E0}"/>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DA3DB4DB-DC58-4119-B156-4C11267B5813}"/>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5CCA9707-EF23-40DF-9311-D55C265921CF}"/>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834BBC03-85B3-4D88-A5CC-3E98E09A4962}"/>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904C203C-B795-45FD-9E38-B8D43B4A1509}"/>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4CEA2743-453F-4324-A885-1C1CB22A1903}"/>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A3CC9EC2-9E9B-4F13-BE51-D4AD05D39833}"/>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EAC939C8-FB80-451B-BC4F-D6CD7A0B05CC}"/>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BC117A46-2C1F-4BE8-8EBC-8FE1784F71CD}"/>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208EE910-DAE8-49CD-A053-6866CD971766}"/>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EC11B63F-180D-49BD-88B4-6FEEB0633606}"/>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11B17A7C-12F5-49B8-90E3-F7CCF9885C4D}"/>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2B785C5F-AAA2-4A0F-BF7C-D54CD681F289}"/>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C004E24E-2330-491C-8B0B-098A72156D48}"/>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DC8B4FDC-27FA-48A3-8B38-90F5245CD3D0}"/>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6ADC98A3-88E3-4290-8821-F9C5A1D4274C}"/>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8C551349-BF4A-49D3-91F5-B3D339433F2F}"/>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62F170CE-4421-47B8-870B-F2A71FFDAA0C}"/>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4A4A5189-5FA7-45B2-AAFE-89AB6E9E0001}"/>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FE84C893-E578-4031-9413-F363C880460E}"/>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A3DAF8E1-ED04-4A84-80B1-F4F299A27EAA}"/>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1A41821B-7798-4D94-A6EA-970AAE9A09A4}"/>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11BA6157-44FA-40EF-8769-2E1F37823359}"/>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FB53E7E-605C-4410-A0EB-F6B6508DC6C0}"/>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BCDE1EC9-0B62-43B1-88E4-634F550F733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8258EEDC-DF18-4D39-94B3-2598E51F1AC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1468905489"/>
      </p:ext>
    </p:extLst>
  </p:cSld>
</p:sld>
</file>

<file path=ppt/slides/slide2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32E958-D7BC-40EB-9E8C-E5970FAEC84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FEEF72C2-8289-4763-BD43-71704FAB9E3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FE08B85D-89A6-4B4C-B801-02DA543414F8}"/>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BE5A5653-6779-4C25-A688-E6B01D2AC74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B68E281D-7698-40A4-BE46-2BE71E28893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23</a:t>
            </a:r>
          </a:p>
        </p:txBody>
      </p:sp>
    </p:spTree>
    <p:extLst>
      <p:ext uri="{BB962C8B-B14F-4D97-AF65-F5344CB8AC3E}">
        <p14:creationId xmlns:p14="http://schemas.microsoft.com/office/powerpoint/2010/main" val="1377493323"/>
      </p:ext>
    </p:extLst>
  </p:cSld>
</p:sld>
</file>

<file path=ppt/slides/slide24.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7469FBE-8FCB-4483-A81F-E97B832C6868}"/>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2B5D88D6-6A9F-4B51-8AB1-4F3AB3709EBE}"/>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6679437A-98C4-48E6-8AEF-91BD1E89E32E}"/>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273047B6-2094-440A-B381-06F9F6DF3A76}"/>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9D24F0EB-0C17-4BB2-83DF-A47AB81E6905}"/>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5D514D29-BC0C-4250-AB0A-CE4196B71D74}"/>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0A2D23B7-997C-442A-9A69-7B3876591D90}"/>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3EAE1414-429A-4C0D-A2A9-6870DB50B349}"/>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3C625FC4-ACC8-45E9-A39A-A412EEEA9552}"/>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3E262C78-E66C-45AC-AAAC-0D58AA6C880E}"/>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F699D7E2-7D00-4D51-A6BE-C2DEF4AFE9B5}"/>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5B5DDEC5-D070-48C9-882D-6F8DBDA8913F}"/>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0154D651-6573-4B0C-937E-F03DE6CC1808}"/>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D33AF62E-2FBC-457F-8370-2F00E3ADA955}"/>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B0F8C8BA-DADE-41E3-8B1B-066174745673}"/>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9400D4CA-96AB-41E5-84AB-798D77E819A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2DAD4DED-964B-43AF-9579-50B7A8E00BB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24</a:t>
            </a:r>
          </a:p>
        </p:txBody>
      </p:sp>
    </p:spTree>
    <p:extLst>
      <p:ext uri="{BB962C8B-B14F-4D97-AF65-F5344CB8AC3E}">
        <p14:creationId xmlns:p14="http://schemas.microsoft.com/office/powerpoint/2010/main" val="14872782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2026-09-19T07:18:13.3810000Z</dcterms:created>
  <dcterms:modified xsi:type="dcterms:W3CDTF">2026-09-19T07:18:13.3810000Z</dcterms:modified>
</coreProperties>
</file>