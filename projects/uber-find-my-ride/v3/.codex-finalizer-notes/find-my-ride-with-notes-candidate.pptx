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c76b1d539f473f" /><Relationship Type="http://schemas.openxmlformats.org/officeDocument/2006/relationships/extended-properties" Target="/docProps/app.xml" Id="Rc132f7d41a3e47aa" /><Relationship Type="http://schemas.openxmlformats.org/officeDocument/2006/relationships/officeDocument" Target="/ppt/presentation.xml" Id="R38937395d7274f3e" /></Relationships>
</file>

<file path=ppt/presentation.xml><?xml version="1.0" encoding="utf-8"?>
<p:presentation xmlns:p="http://schemas.openxmlformats.org/presentationml/2006/main">
  <p:sldMasterIdLst>
    <p:sldMasterId xmlns:r="http://schemas.openxmlformats.org/officeDocument/2006/relationships" id="2147483648" r:id="R95cc35fd11da471f"/>
  </p:sldMasterIdLst>
  <p:notesMasterIdLst>
    <p:notesMasterId xmlns:r="http://schemas.openxmlformats.org/officeDocument/2006/relationships" r:id="Rc44eb1eaf3974c69"/>
  </p:notesMasterIdLst>
  <p:sldIdLst>
    <p:sldId xmlns:r="http://schemas.openxmlformats.org/officeDocument/2006/relationships" id="256" r:id="Rb3913cf7668940d4"/>
    <p:sldId xmlns:r="http://schemas.openxmlformats.org/officeDocument/2006/relationships" id="257" r:id="Rce58475efb0041e7"/>
    <p:sldId xmlns:r="http://schemas.openxmlformats.org/officeDocument/2006/relationships" id="258" r:id="R6517da07b353424e"/>
    <p:sldId xmlns:r="http://schemas.openxmlformats.org/officeDocument/2006/relationships" id="259" r:id="R23dcd5e4e5f94c4e"/>
    <p:sldId xmlns:r="http://schemas.openxmlformats.org/officeDocument/2006/relationships" id="260" r:id="Rf6bd4a509c9849a3"/>
    <p:sldId xmlns:r="http://schemas.openxmlformats.org/officeDocument/2006/relationships" id="261" r:id="R427837118ee643c1"/>
    <p:sldId xmlns:r="http://schemas.openxmlformats.org/officeDocument/2006/relationships" id="262" r:id="R559277cca57547c3"/>
    <p:sldId xmlns:r="http://schemas.openxmlformats.org/officeDocument/2006/relationships" id="263" r:id="Rdf8193d366644f27"/>
    <p:sldId xmlns:r="http://schemas.openxmlformats.org/officeDocument/2006/relationships" id="264" r:id="R90ca99837ad74fc3"/>
    <p:sldId xmlns:r="http://schemas.openxmlformats.org/officeDocument/2006/relationships" id="265" r:id="R32384d1593cb49aa"/>
    <p:sldId xmlns:r="http://schemas.openxmlformats.org/officeDocument/2006/relationships" id="266" r:id="R8164b05b22de4b2e"/>
    <p:sldId xmlns:r="http://schemas.openxmlformats.org/officeDocument/2006/relationships" id="267" r:id="R7e1ec5526608424e"/>
    <p:sldId xmlns:r="http://schemas.openxmlformats.org/officeDocument/2006/relationships" id="268" r:id="Rcd06c14d1bcd4e1c"/>
    <p:sldId xmlns:r="http://schemas.openxmlformats.org/officeDocument/2006/relationships" id="269" r:id="Reb5a91f2095a4931"/>
    <p:sldId xmlns:r="http://schemas.openxmlformats.org/officeDocument/2006/relationships" id="270" r:id="R2c6ffa45ff86429a"/>
    <p:sldId xmlns:r="http://schemas.openxmlformats.org/officeDocument/2006/relationships" id="271" r:id="Re90259f724e84519"/>
    <p:sldId xmlns:r="http://schemas.openxmlformats.org/officeDocument/2006/relationships" id="272" r:id="R57ac5a26bfd14685"/>
    <p:sldId xmlns:r="http://schemas.openxmlformats.org/officeDocument/2006/relationships" id="273" r:id="Rabff78b394004d0c"/>
    <p:sldId xmlns:r="http://schemas.openxmlformats.org/officeDocument/2006/relationships" id="274" r:id="Rd0d326eb71074e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03b58769894a4d" /><Relationship Type="http://schemas.openxmlformats.org/officeDocument/2006/relationships/slideMaster" Target="/ppt/slideMasters/slideMaster1.xml" Id="R95cc35fd11da471f" /><Relationship Type="http://schemas.openxmlformats.org/officeDocument/2006/relationships/notesMaster" Target="/ppt/notesMasters/notesMaster1.xml" Id="Rc44eb1eaf3974c69" /><Relationship Type="http://schemas.openxmlformats.org/officeDocument/2006/relationships/presProps" Target="/ppt/presProps.xml" Id="R4496ce5111f244a6" /><Relationship Type="http://schemas.openxmlformats.org/officeDocument/2006/relationships/tableStyles" Target="/ppt/tableStyles.xml" Id="R6b4ca25acb714005" /><Relationship Type="http://schemas.openxmlformats.org/officeDocument/2006/relationships/slide" Target="/ppt/slides/slide1.xml" Id="Rb3913cf7668940d4" /><Relationship Type="http://schemas.openxmlformats.org/officeDocument/2006/relationships/slide" Target="/ppt/slides/slide2.xml" Id="Rce58475efb0041e7" /><Relationship Type="http://schemas.openxmlformats.org/officeDocument/2006/relationships/slide" Target="/ppt/slides/slide3.xml" Id="R6517da07b353424e" /><Relationship Type="http://schemas.openxmlformats.org/officeDocument/2006/relationships/slide" Target="/ppt/slides/slide4.xml" Id="R23dcd5e4e5f94c4e" /><Relationship Type="http://schemas.openxmlformats.org/officeDocument/2006/relationships/slide" Target="/ppt/slides/slide5.xml" Id="Rf6bd4a509c9849a3" /><Relationship Type="http://schemas.openxmlformats.org/officeDocument/2006/relationships/slide" Target="/ppt/slides/slide6.xml" Id="R427837118ee643c1" /><Relationship Type="http://schemas.openxmlformats.org/officeDocument/2006/relationships/slide" Target="/ppt/slides/slide7.xml" Id="R559277cca57547c3" /><Relationship Type="http://schemas.openxmlformats.org/officeDocument/2006/relationships/slide" Target="/ppt/slides/slide8.xml" Id="Rdf8193d366644f27" /><Relationship Type="http://schemas.openxmlformats.org/officeDocument/2006/relationships/slide" Target="/ppt/slides/slide9.xml" Id="R90ca99837ad74fc3" /><Relationship Type="http://schemas.openxmlformats.org/officeDocument/2006/relationships/slide" Target="/ppt/slides/slide10.xml" Id="R32384d1593cb49aa" /><Relationship Type="http://schemas.openxmlformats.org/officeDocument/2006/relationships/slide" Target="/ppt/slides/slide11.xml" Id="R8164b05b22de4b2e" /><Relationship Type="http://schemas.openxmlformats.org/officeDocument/2006/relationships/slide" Target="/ppt/slides/slide12.xml" Id="R7e1ec5526608424e" /><Relationship Type="http://schemas.openxmlformats.org/officeDocument/2006/relationships/slide" Target="/ppt/slides/slide13.xml" Id="Rcd06c14d1bcd4e1c" /><Relationship Type="http://schemas.openxmlformats.org/officeDocument/2006/relationships/slide" Target="/ppt/slides/slide14.xml" Id="Reb5a91f2095a4931" /><Relationship Type="http://schemas.openxmlformats.org/officeDocument/2006/relationships/slide" Target="/ppt/slides/slide15.xml" Id="R2c6ffa45ff86429a" /><Relationship Type="http://schemas.openxmlformats.org/officeDocument/2006/relationships/slide" Target="/ppt/slides/slide16.xml" Id="Re90259f724e84519" /><Relationship Type="http://schemas.openxmlformats.org/officeDocument/2006/relationships/slide" Target="/ppt/slides/slide17.xml" Id="R57ac5a26bfd14685" /><Relationship Type="http://schemas.openxmlformats.org/officeDocument/2006/relationships/slide" Target="/ppt/slides/slide18.xml" Id="Rabff78b394004d0c" /><Relationship Type="http://schemas.openxmlformats.org/officeDocument/2006/relationships/slide" Target="/ppt/slides/slide19.xml" Id="Rd0d326eb71074e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7631443e2442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092b7f5af14cf9" /><Relationship Type="http://schemas.openxmlformats.org/officeDocument/2006/relationships/notesMaster" Target="/ppt/notesMasters/notesMaster1.xml" Id="Rd50f7e45c74e40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c1161f33244d3e" /><Relationship Type="http://schemas.openxmlformats.org/officeDocument/2006/relationships/notesMaster" Target="/ppt/notesMasters/notesMaster1.xml" Id="R67433d04f54c4a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0a8c17662e4aaa" /><Relationship Type="http://schemas.openxmlformats.org/officeDocument/2006/relationships/notesMaster" Target="/ppt/notesMasters/notesMaster1.xml" Id="R296023d9d9e442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bc7b9c592c4ab5" /><Relationship Type="http://schemas.openxmlformats.org/officeDocument/2006/relationships/notesMaster" Target="/ppt/notesMasters/notesMaster1.xml" Id="R23c3fc6dbe004c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9001b839364329" /><Relationship Type="http://schemas.openxmlformats.org/officeDocument/2006/relationships/notesMaster" Target="/ppt/notesMasters/notesMaster1.xml" Id="R5cdc34e2a43040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d09b20c1fb45d0" /><Relationship Type="http://schemas.openxmlformats.org/officeDocument/2006/relationships/notesMaster" Target="/ppt/notesMasters/notesMaster1.xml" Id="R58c537a53c0847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6849bdb7364048" /><Relationship Type="http://schemas.openxmlformats.org/officeDocument/2006/relationships/notesMaster" Target="/ppt/notesMasters/notesMaster1.xml" Id="Reb014f109b6340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da2c4d91464526" /><Relationship Type="http://schemas.openxmlformats.org/officeDocument/2006/relationships/notesMaster" Target="/ppt/notesMasters/notesMaster1.xml" Id="R58a9adb37d8c40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caf301fc204467" /><Relationship Type="http://schemas.openxmlformats.org/officeDocument/2006/relationships/notesMaster" Target="/ppt/notesMasters/notesMaster1.xml" Id="Rc0a5377e39e946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b514ca24b04572" /><Relationship Type="http://schemas.openxmlformats.org/officeDocument/2006/relationships/notesMaster" Target="/ppt/notesMasters/notesMaster1.xml" Id="Red90e46a069142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ee85e21a8e4bae" /><Relationship Type="http://schemas.openxmlformats.org/officeDocument/2006/relationships/notesMaster" Target="/ppt/notesMasters/notesMaster1.xml" Id="R07029419dbcb43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d439b1caf648c5" /><Relationship Type="http://schemas.openxmlformats.org/officeDocument/2006/relationships/notesMaster" Target="/ppt/notesMasters/notesMaster1.xml" Id="Rd3449e26fed249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719e73e0ca44a8" /><Relationship Type="http://schemas.openxmlformats.org/officeDocument/2006/relationships/notesMaster" Target="/ppt/notesMasters/notesMaster1.xml" Id="R0d2766f314574e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bb3a5bc1ea4847" /><Relationship Type="http://schemas.openxmlformats.org/officeDocument/2006/relationships/notesMaster" Target="/ppt/notesMasters/notesMaster1.xml" Id="R602a198c7a0045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09caf6e87643c9" /><Relationship Type="http://schemas.openxmlformats.org/officeDocument/2006/relationships/notesMaster" Target="/ppt/notesMasters/notesMaster1.xml" Id="R8a291d293b044e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67c1a370a5491d" /><Relationship Type="http://schemas.openxmlformats.org/officeDocument/2006/relationships/notesMaster" Target="/ppt/notesMasters/notesMaster1.xml" Id="Raa463c5bf9d147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993464bb01463e" /><Relationship Type="http://schemas.openxmlformats.org/officeDocument/2006/relationships/notesMaster" Target="/ppt/notesMasters/notesMaster1.xml" Id="Rdd72c8608b9644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dc1d12ca2f42a8" /><Relationship Type="http://schemas.openxmlformats.org/officeDocument/2006/relationships/notesMaster" Target="/ppt/notesMasters/notesMaster1.xml" Id="Ra94023ddb07a49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6c206e7ff543a9" /><Relationship Type="http://schemas.openxmlformats.org/officeDocument/2006/relationships/notesMaster" Target="/ppt/notesMasters/notesMaster1.xml" Id="R1a18b7681e5241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Find My Ride examines a narrow but stressful moment: after an Uber is booked, the app can show a pin, or even say the driver has arrived, while rider and driver still cannot identify a workable meeting point. The goal is not to redesign every pickup. It is to understand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want to be transparent about the method. I could not complete the required ten synchronous in-depth interviews. Instead, I ran a multilingual self-serve survey with rider and driver branches, structured tags, and optional open-text or voice prompts. After removing one confirmed duplicate, the evidence base is sixty-two unique submissions: fifty-eight riders, four drivers, thirty-three from Hyderabad, and twenty-nine from other Indian cities. This is directional primary research, not a replacement for the interview requirement.</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Desk research changed the framing. Uber already publishes Hyderabad airport guidance, including in-app directions and the D1 pickup zone. Grab, Lyft, Waymo, and MyGate show patterns for venue guidance, structured handoffs, and access-aware stops. These are design precedents, not proof of local value.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research question was: when a pickup becomes difficult, what breaks, and what do people do to recover? The candidate outcome is a pickup completed without avoidable calls, location changes, extended waiting, or cancellation. Event data could strengthen this, but only if those events are captured reliably.</a:t>
            </a:r>
          </a:p>
          <a:p xmlns:a="http://schemas.openxmlformats.org/drawingml/2006/main">
            <a:r>
              <a:t/>
            </a:r>
          </a:p>
          <a:p xmlns:a="http://schemas.openxmlformats.org/drawingml/2006/main">
            <a:r>
              <a:t>Sources:</a:t>
            </a:r>
          </a:p>
          <a:p xmlns:a="http://schemas.openxmlformats.org/drawingml/2006/main">
            <a:r>
              <a:t>Local evidence: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sample says the problem is meaningful, but not universal. Twenty-four of fifty-one recent four-wheel users reported difficulty. Among twenty-eight issue cases, twenty-three said the problem had happened before, twenty said calls or messages helped, and six said nothing helped. Importantly, “happened before” does not prove that the same venue repeatedly failed, and these percentages are not Hyderabad-wide prevalence.</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cases concentrate in complex places: airports, gated residences, malls, offices, and stations. Calling is the dominant recovery action, followed by waiting and moving. This suggests the app often hands the final physical coordination step back to rider and driver. The opportunity is to reduce that manual effort, not to assume the pickup pin is always wrong.</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recommended direction is to make the fallback faster, not to make the map more complicated. Focus on selected complex locations where people already call, message, wait, or move. Avoid universal prompts, airport-only thinking, and treating every cancellation as a location failure. The order shown is a test sequence, not a committed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strongest first test is a structured pre-arrival meeting note. At flagged complex pickups, ask for one concise handoff: gate or side, landmark, and waiting spot. One respondent already does this manually. Test whether the prompt reduces reactive calls, arrived-to-trip-start dwell,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Second is guided stalled-pickup recovery. Start with reconnect actions, and test reassignment only for unresolved cases because it affects driver time and marketplace cost. Third is venue-specific coordination information at two or three validated venues. That requires ownership and expiry because stale access guidance can be worse than no guidance.</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smallest coordination aid first, not to commit to a broad build. The evidence remains limited: the interview requirement is unmet, driver evidence is thin, and the sample is not representative. The highest-value next evidence is moderated rider and driver research, plus reliable arrived-to-trip-start and coordination-event data at selected venues. The appendix and evidence ZIP provide the full traceability.</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41993b260345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c8cdb28e7645e2" /><Relationship Type="http://schemas.openxmlformats.org/officeDocument/2006/relationships/slideLayout" Target="/ppt/slideLayouts/slideLayout1.xml" Id="Rfff1bc60c7544a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f1bc60c7544a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33f8c7c7fe4567" /><Relationship Type="http://schemas.openxmlformats.org/officeDocument/2006/relationships/notesSlide" Target="/ppt/notesSlides/notesSlide1.xml" Id="R6c31dff04cb741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cb39fe5a604ac8" /><Relationship Type="http://schemas.openxmlformats.org/officeDocument/2006/relationships/image" Target="/ppt/media/image.png" Id="R7b07f810952c4015" /><Relationship Type="http://schemas.openxmlformats.org/officeDocument/2006/relationships/hyperlink" Target="https://praveenveera.github.io/uber-pickup-survey/" TargetMode="External" Id="R13f40a1e645d4dff" /><Relationship Type="http://schemas.openxmlformats.org/officeDocument/2006/relationships/notesSlide" Target="/ppt/notesSlides/notesSlide2.xml" Id="R5a2418f39c0944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c71bd1f25d47ab" /><Relationship Type="http://schemas.openxmlformats.org/officeDocument/2006/relationships/notesSlide" Target="/ppt/notesSlides/notesSlide3.xml" Id="R89ba4eaa0e194a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ee1aaa7244402e" /><Relationship Type="http://schemas.openxmlformats.org/officeDocument/2006/relationships/notesSlide" Target="/ppt/notesSlides/notesSlide4.xml" Id="R0db16d6597e14c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c9246c8fa94f56" /><Relationship Type="http://schemas.openxmlformats.org/officeDocument/2006/relationships/notesSlide" Target="/ppt/notesSlides/notesSlide5.xml" Id="R3408a1aa736c43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5651101fb9417f" /><Relationship Type="http://schemas.openxmlformats.org/officeDocument/2006/relationships/notesSlide" Target="/ppt/notesSlides/notesSlide6.xml" Id="R001d7b6942f445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a3a1f1bbcb4188" /><Relationship Type="http://schemas.openxmlformats.org/officeDocument/2006/relationships/notesSlide" Target="/ppt/notesSlides/notesSlide7.xml" Id="R460d6452666e40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229992120143cb" /><Relationship Type="http://schemas.openxmlformats.org/officeDocument/2006/relationships/notesSlide" Target="/ppt/notesSlides/notesSlide8.xml" Id="R214517302a4c42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c20ac38f974eb2" /><Relationship Type="http://schemas.openxmlformats.org/officeDocument/2006/relationships/notesSlide" Target="/ppt/notesSlides/notesSlide9.xml" Id="R74c2288a8c194e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20b78dc734486f" /><Relationship Type="http://schemas.openxmlformats.org/officeDocument/2006/relationships/notesSlide" Target="/ppt/notesSlides/notesSlide10.xml" Id="Rce5b37bd3d6445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2db746b5b84ca3" /><Relationship Type="http://schemas.openxmlformats.org/officeDocument/2006/relationships/notesSlide" Target="/ppt/notesSlides/notesSlide11.xml" Id="R97f68584cd8a40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984560fc42451a" /><Relationship Type="http://schemas.openxmlformats.org/officeDocument/2006/relationships/image" Target="/ppt/media/image2.png" Id="Rb645c298576f4d01" /><Relationship Type="http://schemas.openxmlformats.org/officeDocument/2006/relationships/image" Target="/ppt/media/image3.png" Id="R102af15ec5644fd6" /><Relationship Type="http://schemas.openxmlformats.org/officeDocument/2006/relationships/notesSlide" Target="/ppt/notesSlides/notesSlide12.xml" Id="Rfc51488286d842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4da5cd5f334da9" /><Relationship Type="http://schemas.openxmlformats.org/officeDocument/2006/relationships/notesSlide" Target="/ppt/notesSlides/notesSlide13.xml" Id="R8f5107315f3a46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92ebc0a05245c9" /><Relationship Type="http://schemas.openxmlformats.org/officeDocument/2006/relationships/notesSlide" Target="/ppt/notesSlides/notesSlide14.xml" Id="Red3d5f2c19ad47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e0c9d9d31b467f" /><Relationship Type="http://schemas.openxmlformats.org/officeDocument/2006/relationships/notesSlide" Target="/ppt/notesSlides/notesSlide15.xml" Id="Ra6b44b1f530b41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edc3e14b52e45fa" /><Relationship Type="http://schemas.openxmlformats.org/officeDocument/2006/relationships/notesSlide" Target="/ppt/notesSlides/notesSlide16.xml" Id="R8ed71e6dd91448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90a391fd451458d" /><Relationship Type="http://schemas.openxmlformats.org/officeDocument/2006/relationships/notesSlide" Target="/ppt/notesSlides/notesSlide17.xml" Id="Ra56eb4f62abe44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f4fcd7216b84929" /><Relationship Type="http://schemas.openxmlformats.org/officeDocument/2006/relationships/notesSlide" Target="/ppt/notesSlides/notesSlide18.xml" Id="R2dff6b22c6db48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061a188c0744fe6" /><Relationship Type="http://schemas.openxmlformats.org/officeDocument/2006/relationships/notesSlide" Target="/ppt/notesSlides/notesSlide19.xml" Id="R8ba5c4a53e654896"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431D444-3D88-4EC7-9F3D-DA61F1392EDE}"/>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87AFBE59-A587-4509-838D-FF79D9411E53}"/>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4E4392E1-F06E-4712-A685-74552FA2B30E}"/>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C861E2AB-1A9B-4CE9-8C08-E449DCDFB6C5}"/>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C5DCEE-3B0B-4785-9B81-46276EDE7CB2}"/>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32AF7B45-025C-485F-8A2E-9D9A0B9A8C7A}"/>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78B0AEDD-B4EA-4E49-8784-82ADFFBC5534}"/>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31DC87-60BB-4908-A22E-461B51AC65ED}"/>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B68CC89B-78D1-4370-A392-E98CC7E3EB84}"/>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9EDBBC0E-6CCB-467D-8D0F-027A4974340F}"/>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B8A7F5-3A65-42FC-902A-4254CC5FC84F}"/>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2F61C1D9-3C57-4C75-AD9A-212D20CFE0F1}"/>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1E68956A-DFE2-4A32-8787-CB94D8974EEB}"/>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ED2D2D-A449-4A87-B50E-84AC339F52E4}"/>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A024D3DE-77A0-42B5-B1AF-FF2BE5896761}"/>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8C0AC529-464F-4961-A4FC-E0176FC8F8C6}"/>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365687684"/>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6966C76-10B4-4BF3-B5BB-E39D654AB88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EF31D7CB-CD81-40EC-B9A3-5CA875A4B49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F495BE07-1172-4EBC-A430-CFE02DCC0B9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350" b="0" i="0">
                <a:solidFill>
                  <a:srgbClr val="687489"/>
                </a:solidFill>
                <a:latin typeface="Calibri"/>
                <a:ea typeface="Calibri"/>
                <a:cs typeface="Calibri"/>
              </a:defRPr>
            </a:pPr>
            <a:r>
              <a:rPr sz="1350" b="0" i="0">
                <a:solidFill>
                  <a:srgbClr val="687489"/>
                </a:solidFill>
                <a:latin typeface="Calibri"/>
                <a:ea typeface="Calibri"/>
                <a:cs typeface="Calibri"/>
              </a:rPr>
              <a:t>A transparent method correction is part of the submission, not a footnote.</a:t>
            </a:r>
          </a:p>
        </p:txBody>
      </p:sp>
      <p:sp>
        <p:nvSpPr>
          <p:cNvPr id="4" name="">
            <a:extLst xmlns:a="http://schemas.openxmlformats.org/drawingml/2006/main">
              <a:ext uri="{FF2B5EF4-FFF2-40B4-BE49-F238E27FC236}">
                <a16:creationId xmlns:a16="http://schemas.microsoft.com/office/drawing/2014/main" id="{076774B5-144A-41B9-92E1-F01DDCD62AB8}"/>
              </a:ext>
            </a:extLst>
          </p:cNvPr>
          <p:cNvSpPr>
            <a:spLocks xmlns:a="http://schemas.openxmlformats.org/drawingml/2006/main" noGrp="1"/>
          </p:cNvSpPr>
          <p:nvPr/>
        </p:nvSpPr>
        <p:spPr>
          <a:xfrm xmlns:a="http://schemas.openxmlformats.org/drawingml/2006/main">
            <a:off x="514350" y="1657350"/>
            <a:ext cx="5810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2ADD9B4-01CF-4DA7-8903-C96A6A46E8CE}"/>
              </a:ext>
            </a:extLst>
          </p:cNvPr>
          <p:cNvSpPr>
            <a:spLocks xmlns:a="http://schemas.openxmlformats.org/drawingml/2006/main" noGrp="1"/>
          </p:cNvSpPr>
          <p:nvPr/>
        </p:nvSpPr>
        <p:spPr>
          <a:xfrm xmlns:a="http://schemas.openxmlformats.org/drawingml/2006/main">
            <a:off x="666750" y="17716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METHOD</a:t>
            </a:r>
          </a:p>
        </p:txBody>
      </p:sp>
      <p:sp>
        <p:nvSpPr>
          <p:cNvPr id="6" name="">
            <a:extLst xmlns:a="http://schemas.openxmlformats.org/drawingml/2006/main">
              <a:ext uri="{FF2B5EF4-FFF2-40B4-BE49-F238E27FC236}">
                <a16:creationId xmlns:a16="http://schemas.microsoft.com/office/drawing/2014/main" id="{B24A1B5F-FF10-421B-B38E-D4AC780964A8}"/>
              </a:ext>
            </a:extLst>
          </p:cNvPr>
          <p:cNvSpPr>
            <a:spLocks xmlns:a="http://schemas.openxmlformats.org/drawingml/2006/main" noGrp="1"/>
          </p:cNvSpPr>
          <p:nvPr/>
        </p:nvSpPr>
        <p:spPr>
          <a:xfrm xmlns:a="http://schemas.openxmlformats.org/drawingml/2006/main">
            <a:off x="666750" y="2105025"/>
            <a:ext cx="5505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650" b="0" i="0">
                <a:solidFill>
                  <a:srgbClr val="233248"/>
                </a:solidFill>
                <a:latin typeface="Calibri"/>
                <a:ea typeface="Calibri"/>
                <a:cs typeface="Calibri"/>
              </a:defRPr>
            </a:pPr>
            <a:r>
              <a:rPr sz="1650" b="0" i="0">
                <a:solidFill>
                  <a:srgbClr val="233248"/>
                </a:solidFill>
                <a:latin typeface="Calibri"/>
                <a:ea typeface="Calibri"/>
                <a:cs typeface="Calibri"/>
              </a:rPr>
              <a:t>A self-serve online survey with rider and driver branches, structured tags, and four optional open-text or voice prompts on the difficulty path.</a:t>
            </a:r>
          </a:p>
        </p:txBody>
      </p:sp>
      <p:sp>
        <p:nvSpPr>
          <p:cNvPr id="7" name="">
            <a:extLst xmlns:a="http://schemas.openxmlformats.org/drawingml/2006/main">
              <a:ext uri="{FF2B5EF4-FFF2-40B4-BE49-F238E27FC236}">
                <a16:creationId xmlns:a16="http://schemas.microsoft.com/office/drawing/2014/main" id="{E3E7E7F7-A563-4C7E-B7F1-C65679EB155E}"/>
              </a:ext>
            </a:extLst>
          </p:cNvPr>
          <p:cNvSpPr>
            <a:spLocks xmlns:a="http://schemas.openxmlformats.org/drawingml/2006/main" noGrp="1"/>
          </p:cNvSpPr>
          <p:nvPr/>
        </p:nvSpPr>
        <p:spPr>
          <a:xfrm xmlns:a="http://schemas.openxmlformats.org/drawingml/2006/main">
            <a:off x="514350" y="3619500"/>
            <a:ext cx="5810250" cy="1638300"/>
          </a:xfrm>
          <a:prstGeom xmlns:a="http://schemas.openxmlformats.org/drawingml/2006/main" prst="roundRect">
            <a:avLst>
              <a:gd name="adj" fmla="val 3488"/>
            </a:avLst>
          </a:prstGeom>
          <a:solidFill xmlns:a="http://schemas.openxmlformats.org/drawingml/2006/main">
            <a:srgbClr val="FBE7D8"/>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9DC958E-F723-4CE2-82FC-2359FBBEC1EE}"/>
              </a:ext>
            </a:extLst>
          </p:cNvPr>
          <p:cNvSpPr>
            <a:spLocks xmlns:a="http://schemas.openxmlformats.org/drawingml/2006/main" noGrp="1"/>
          </p:cNvSpPr>
          <p:nvPr/>
        </p:nvSpPr>
        <p:spPr>
          <a:xfrm xmlns:a="http://schemas.openxmlformats.org/drawingml/2006/main">
            <a:off x="666750" y="37338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2B45"/>
                </a:solidFill>
                <a:latin typeface="Calibri"/>
                <a:ea typeface="Calibri"/>
                <a:cs typeface="Calibri"/>
              </a:defRPr>
            </a:pPr>
            <a:r>
              <a:rPr sz="1275" b="1" i="0">
                <a:solidFill>
                  <a:srgbClr val="1B2B45"/>
                </a:solidFill>
                <a:latin typeface="Calibri"/>
                <a:ea typeface="Calibri"/>
                <a:cs typeface="Calibri"/>
              </a:rPr>
              <a:t>REQUIREMENT GAP</a:t>
            </a:r>
          </a:p>
        </p:txBody>
      </p:sp>
      <p:sp>
        <p:nvSpPr>
          <p:cNvPr id="9" name="">
            <a:extLst xmlns:a="http://schemas.openxmlformats.org/drawingml/2006/main">
              <a:ext uri="{FF2B5EF4-FFF2-40B4-BE49-F238E27FC236}">
                <a16:creationId xmlns:a16="http://schemas.microsoft.com/office/drawing/2014/main" id="{36D11351-80A1-4733-A170-2108A53D3FEA}"/>
              </a:ext>
            </a:extLst>
          </p:cNvPr>
          <p:cNvSpPr>
            <a:spLocks xmlns:a="http://schemas.openxmlformats.org/drawingml/2006/main" noGrp="1"/>
          </p:cNvSpPr>
          <p:nvPr/>
        </p:nvSpPr>
        <p:spPr>
          <a:xfrm xmlns:a="http://schemas.openxmlformats.org/drawingml/2006/main">
            <a:off x="666750" y="4067175"/>
            <a:ext cx="5505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75" b="0" i="0">
                <a:solidFill>
                  <a:srgbClr val="233248"/>
                </a:solidFill>
                <a:latin typeface="Calibri"/>
                <a:ea typeface="Calibri"/>
                <a:cs typeface="Calibri"/>
              </a:defRPr>
            </a:pPr>
            <a:r>
              <a:rPr sz="1575" b="0" i="0">
                <a:solidFill>
                  <a:srgbClr val="233248"/>
                </a:solidFill>
                <a:latin typeface="Calibri"/>
                <a:ea typeface="Calibri"/>
                <a:cs typeface="Calibri"/>
              </a:rPr>
              <a:t>The assignment asks for at least 10 in-depth interviews. That requirement was not met. Survey responses are directional primary research, not synchronous interviews.</a:t>
            </a:r>
          </a:p>
        </p:txBody>
      </p:sp>
      <p:sp>
        <p:nvSpPr>
          <p:cNvPr id="10" name="">
            <a:extLst xmlns:a="http://schemas.openxmlformats.org/drawingml/2006/main">
              <a:ext uri="{FF2B5EF4-FFF2-40B4-BE49-F238E27FC236}">
                <a16:creationId xmlns:a16="http://schemas.microsoft.com/office/drawing/2014/main" id="{20DC8FC9-0C20-49F2-9D7E-5B0930362822}"/>
              </a:ext>
            </a:extLst>
          </p:cNvPr>
          <p:cNvSpPr>
            <a:spLocks xmlns:a="http://schemas.openxmlformats.org/drawingml/2006/main" noGrp="1"/>
          </p:cNvSpPr>
          <p:nvPr/>
        </p:nvSpPr>
        <p:spPr>
          <a:xfrm xmlns:a="http://schemas.openxmlformats.org/drawingml/2006/main">
            <a:off x="514350" y="54102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03"/>
          </a:bodyPr>
          <a:lstStyle xmlns:a="http://schemas.openxmlformats.org/drawingml/2006/main"/>
          <a:p xmlns:a="http://schemas.openxmlformats.org/drawingml/2006/main">
            <a:pPr algn="l">
              <a:buNone/>
              <a:defRPr sz="1350" b="1" i="0">
                <a:solidFill>
                  <a:srgbClr val="1B2B45"/>
                </a:solidFill>
                <a:latin typeface="Calibri"/>
                <a:ea typeface="Calibri"/>
                <a:cs typeface="Calibri"/>
              </a:defRPr>
            </a:pPr>
            <a:r>
              <a:rPr sz="1350" b="1" i="0">
                <a:solidFill>
                  <a:srgbClr val="1B2B45"/>
                </a:solidFill>
                <a:latin typeface="Calibri"/>
                <a:ea typeface="Calibri"/>
                <a:cs typeface="Calibri"/>
              </a:rPr>
              <a:t>62 unique submissions · 58 riders · 4 drivers · 33 Hyderabad / 29 other cities</a:t>
            </a:r>
          </a:p>
        </p:txBody>
      </p:sp>
      <p:sp>
        <p:nvSpPr>
          <p:cNvPr id="11" name="">
            <a:extLst xmlns:a="http://schemas.openxmlformats.org/drawingml/2006/main">
              <a:ext uri="{FF2B5EF4-FFF2-40B4-BE49-F238E27FC236}">
                <a16:creationId xmlns:a16="http://schemas.microsoft.com/office/drawing/2014/main" id="{5D2FD6D3-77F4-47D2-A14A-495B728175A4}"/>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b07f810952c4015"/>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50AABB7-2CA9-469C-9998-9FCB4DBF222F}"/>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13f40a1e645d4dff"/>
              </a:rPr>
              <a:t>https://praveenveera.github.io/uber-pickup-survey/</a:t>
            </a:r>
          </a:p>
        </p:txBody>
      </p:sp>
      <p:sp>
        <p:nvSpPr>
          <p:cNvPr id="14" name="">
            <a:extLst xmlns:a="http://schemas.openxmlformats.org/drawingml/2006/main">
              <a:ext uri="{FF2B5EF4-FFF2-40B4-BE49-F238E27FC236}">
                <a16:creationId xmlns:a16="http://schemas.microsoft.com/office/drawing/2014/main" id="{886E1934-D910-4571-8993-D1B0B2A14111}"/>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buNone/>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buNone/>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5" name="">
            <a:extLst xmlns:a="http://schemas.openxmlformats.org/drawingml/2006/main">
              <a:ext uri="{FF2B5EF4-FFF2-40B4-BE49-F238E27FC236}">
                <a16:creationId xmlns:a16="http://schemas.microsoft.com/office/drawing/2014/main" id="{33370C6F-E8C4-4236-9748-BA6D45F24F2D}"/>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6" name="">
            <a:extLst xmlns:a="http://schemas.openxmlformats.org/drawingml/2006/main">
              <a:ext uri="{FF2B5EF4-FFF2-40B4-BE49-F238E27FC236}">
                <a16:creationId xmlns:a16="http://schemas.microsoft.com/office/drawing/2014/main" id="{0B375684-D65F-42A5-8A4C-67A0D78DF7D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7" name="">
            <a:extLst xmlns:a="http://schemas.openxmlformats.org/drawingml/2006/main">
              <a:ext uri="{FF2B5EF4-FFF2-40B4-BE49-F238E27FC236}">
                <a16:creationId xmlns:a16="http://schemas.microsoft.com/office/drawing/2014/main" id="{2354BBC5-E0C1-4AE5-93A2-34BA68407A7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902840097"/>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F55832A-9BA5-465E-A368-32985240D15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47F467B0-EBE6-4921-99BA-FB3295B4525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1DAF702D-F506-4231-8F27-6D2E2FE359F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6FF4B951-2417-44DB-8136-F6DF710E724A}"/>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5EEE357-4B7A-46C2-B886-6095B4329103}"/>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1FD1801A-3206-411E-BA98-A6C606AA9194}"/>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488CA970-EF58-4D65-86DE-6EA69819C4E1}"/>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0040E32B-252A-4409-B015-E1051225E552}"/>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EEC63297-9A68-4643-9291-F5BFFC7BCA7A}"/>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AC01268B-BCB1-4D9F-9A83-F6D0819130CD}"/>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773B4905-7157-45B4-A393-CA6F5569D51E}"/>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354DFF98-2A8D-4953-B85F-104BEF6C6EFE}"/>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12AF229F-6156-4936-8297-41DB7846EC85}"/>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CDF76F2-683F-4517-9AB0-DD86876ACF7A}"/>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buNone/>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CC58895F-2B21-42BF-958F-FC6DF8AC9F2B}"/>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buNone/>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70BD9BA6-C775-410D-8175-D961945AD5EC}"/>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472708-FC6E-48BA-AAB6-318CB00794B8}"/>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FB52317D-63DB-4410-A2EF-FD2AB0F4032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72B179E5-0D0D-4E20-AFBD-2B337BC645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909826347"/>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698BEA6-C2EF-4AF4-8B91-17B46E65655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RESEARCH GOAL</a:t>
            </a:r>
          </a:p>
        </p:txBody>
      </p:sp>
      <p:sp>
        <p:nvSpPr>
          <p:cNvPr id="2" name="">
            <a:extLst xmlns:a="http://schemas.openxmlformats.org/drawingml/2006/main">
              <a:ext uri="{FF2B5EF4-FFF2-40B4-BE49-F238E27FC236}">
                <a16:creationId xmlns:a16="http://schemas.microsoft.com/office/drawing/2014/main" id="{349B22D6-271F-49D4-A747-1CA1088F888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One question and one honest measurement gap</a:t>
            </a:r>
          </a:p>
        </p:txBody>
      </p:sp>
      <p:sp>
        <p:nvSpPr>
          <p:cNvPr id="3" name="">
            <a:extLst xmlns:a="http://schemas.openxmlformats.org/drawingml/2006/main">
              <a:ext uri="{FF2B5EF4-FFF2-40B4-BE49-F238E27FC236}">
                <a16:creationId xmlns:a16="http://schemas.microsoft.com/office/drawing/2014/main" id="{110943A7-D128-4FD7-8D85-1E0A7546A57D}"/>
              </a:ext>
            </a:extLst>
          </p:cNvPr>
          <p:cNvSpPr>
            <a:spLocks xmlns:a="http://schemas.openxmlformats.org/drawingml/2006/main" noGrp="1"/>
          </p:cNvSpPr>
          <p:nvPr/>
        </p:nvSpPr>
        <p:spPr>
          <a:xfrm xmlns:a="http://schemas.openxmlformats.org/drawingml/2006/main">
            <a:off x="514350" y="1657350"/>
            <a:ext cx="10439400" cy="1066800"/>
          </a:xfrm>
          <a:prstGeom xmlns:a="http://schemas.openxmlformats.org/drawingml/2006/main" prst="roundRect">
            <a:avLst>
              <a:gd name="adj" fmla="val 5357"/>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19DC26-C3AC-40C1-AAD8-7D5E78EA634D}"/>
              </a:ext>
            </a:extLst>
          </p:cNvPr>
          <p:cNvSpPr>
            <a:spLocks xmlns:a="http://schemas.openxmlformats.org/drawingml/2006/main" noGrp="1"/>
          </p:cNvSpPr>
          <p:nvPr/>
        </p:nvSpPr>
        <p:spPr>
          <a:xfrm xmlns:a="http://schemas.openxmlformats.org/drawingml/2006/main">
            <a:off x="781050" y="18859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buNone/>
              <a:defRPr sz="2100" b="1" i="0">
                <a:solidFill>
                  <a:srgbClr val="FFFFFF"/>
                </a:solidFill>
                <a:latin typeface="Calibri"/>
                <a:ea typeface="Calibri"/>
                <a:cs typeface="Calibri"/>
              </a:defRPr>
            </a:pPr>
            <a:r>
              <a:rPr sz="2100" b="1" i="0">
                <a:solidFill>
                  <a:srgbClr val="FFFFFF"/>
                </a:solidFill>
                <a:latin typeface="Calibri"/>
                <a:ea typeface="Calibri"/>
                <a:cs typeface="Calibri"/>
              </a:rPr>
              <a:t>When a pickup becomes difficult, what breaks — and what do riders and drivers actually do to recover?</a:t>
            </a:r>
          </a:p>
        </p:txBody>
      </p:sp>
      <p:sp>
        <p:nvSpPr>
          <p:cNvPr id="5" name="">
            <a:extLst xmlns:a="http://schemas.openxmlformats.org/drawingml/2006/main">
              <a:ext uri="{FF2B5EF4-FFF2-40B4-BE49-F238E27FC236}">
                <a16:creationId xmlns:a16="http://schemas.microsoft.com/office/drawing/2014/main" id="{55297B5A-F394-44D1-83C1-9BABDE210AB0}"/>
              </a:ext>
            </a:extLst>
          </p:cNvPr>
          <p:cNvSpPr>
            <a:spLocks xmlns:a="http://schemas.openxmlformats.org/drawingml/2006/main" noGrp="1"/>
          </p:cNvSpPr>
          <p:nvPr/>
        </p:nvSpPr>
        <p:spPr>
          <a:xfrm xmlns:a="http://schemas.openxmlformats.org/drawingml/2006/main">
            <a:off x="514350" y="3028950"/>
            <a:ext cx="5048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635B0D9F-3A8C-418C-B09C-E0E2BFA124AD}"/>
              </a:ext>
            </a:extLst>
          </p:cNvPr>
          <p:cNvSpPr>
            <a:spLocks xmlns:a="http://schemas.openxmlformats.org/drawingml/2006/main" noGrp="1"/>
          </p:cNvSpPr>
          <p:nvPr/>
        </p:nvSpPr>
        <p:spPr>
          <a:xfrm xmlns:a="http://schemas.openxmlformats.org/drawingml/2006/main">
            <a:off x="66675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CANDIDATE OUTCOME</a:t>
            </a:r>
          </a:p>
        </p:txBody>
      </p:sp>
      <p:sp>
        <p:nvSpPr>
          <p:cNvPr id="7" name="">
            <a:extLst xmlns:a="http://schemas.openxmlformats.org/drawingml/2006/main">
              <a:ext uri="{FF2B5EF4-FFF2-40B4-BE49-F238E27FC236}">
                <a16:creationId xmlns:a16="http://schemas.microsoft.com/office/drawing/2014/main" id="{F06C6B44-7121-4E1C-8068-6FBAC1F9D28A}"/>
              </a:ext>
            </a:extLst>
          </p:cNvPr>
          <p:cNvSpPr>
            <a:spLocks xmlns:a="http://schemas.openxmlformats.org/drawingml/2006/main" noGrp="1"/>
          </p:cNvSpPr>
          <p:nvPr/>
        </p:nvSpPr>
        <p:spPr>
          <a:xfrm xmlns:a="http://schemas.openxmlformats.org/drawingml/2006/main">
            <a:off x="66675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800" b="0" i="0">
                <a:solidFill>
                  <a:srgbClr val="233248"/>
                </a:solidFill>
                <a:latin typeface="Calibri"/>
                <a:ea typeface="Calibri"/>
                <a:cs typeface="Calibri"/>
              </a:defRPr>
            </a:pPr>
            <a:r>
              <a:rPr sz="1800" b="0" i="0">
                <a:solidFill>
                  <a:srgbClr val="233248"/>
                </a:solidFill>
                <a:latin typeface="Calibri"/>
                <a:ea typeface="Calibri"/>
                <a:cs typeface="Calibri"/>
              </a:rPr>
              <a:t>Pickups completed without avoidable calls, location changes, extended waiting, or cancellation.</a:t>
            </a:r>
          </a:p>
        </p:txBody>
      </p:sp>
      <p:sp>
        <p:nvSpPr>
          <p:cNvPr id="8" name="">
            <a:extLst xmlns:a="http://schemas.openxmlformats.org/drawingml/2006/main">
              <a:ext uri="{FF2B5EF4-FFF2-40B4-BE49-F238E27FC236}">
                <a16:creationId xmlns:a16="http://schemas.microsoft.com/office/drawing/2014/main" id="{0A740EC6-BF58-497A-AA5A-C2577AF851E1}"/>
              </a:ext>
            </a:extLst>
          </p:cNvPr>
          <p:cNvSpPr>
            <a:spLocks xmlns:a="http://schemas.openxmlformats.org/drawingml/2006/main" noGrp="1"/>
          </p:cNvSpPr>
          <p:nvPr/>
        </p:nvSpPr>
        <p:spPr>
          <a:xfrm xmlns:a="http://schemas.openxmlformats.org/drawingml/2006/main">
            <a:off x="5905500" y="3028950"/>
            <a:ext cx="5048250" cy="1809750"/>
          </a:xfrm>
          <a:prstGeom xmlns:a="http://schemas.openxmlformats.org/drawingml/2006/main" prst="roundRect">
            <a:avLst>
              <a:gd name="adj" fmla="val 3158"/>
            </a:avLst>
          </a:prstGeom>
          <a:solidFill xmlns:a="http://schemas.openxmlformats.org/drawingml/2006/main">
            <a:srgbClr val="FBE7D8"/>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5C9A4E2D-6A9E-460B-AF6B-B14D7DDC2589}"/>
              </a:ext>
            </a:extLst>
          </p:cNvPr>
          <p:cNvSpPr>
            <a:spLocks xmlns:a="http://schemas.openxmlformats.org/drawingml/2006/main" noGrp="1"/>
          </p:cNvSpPr>
          <p:nvPr/>
        </p:nvSpPr>
        <p:spPr>
          <a:xfrm xmlns:a="http://schemas.openxmlformats.org/drawingml/2006/main">
            <a:off x="605790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2B45"/>
                </a:solidFill>
                <a:latin typeface="Calibri"/>
                <a:ea typeface="Calibri"/>
                <a:cs typeface="Calibri"/>
              </a:defRPr>
            </a:pPr>
            <a:r>
              <a:rPr sz="1275" b="1" i="0">
                <a:solidFill>
                  <a:srgbClr val="1B2B45"/>
                </a:solidFill>
                <a:latin typeface="Calibri"/>
                <a:ea typeface="Calibri"/>
                <a:cs typeface="Calibri"/>
              </a:rPr>
              <a:t>MEASUREMENT GAP</a:t>
            </a:r>
          </a:p>
        </p:txBody>
      </p:sp>
      <p:sp>
        <p:nvSpPr>
          <p:cNvPr id="10" name="">
            <a:extLst xmlns:a="http://schemas.openxmlformats.org/drawingml/2006/main">
              <a:ext uri="{FF2B5EF4-FFF2-40B4-BE49-F238E27FC236}">
                <a16:creationId xmlns:a16="http://schemas.microsoft.com/office/drawing/2014/main" id="{76E760BF-8507-4495-8DF5-34272D096B4E}"/>
              </a:ext>
            </a:extLst>
          </p:cNvPr>
          <p:cNvSpPr>
            <a:spLocks xmlns:a="http://schemas.openxmlformats.org/drawingml/2006/main" noGrp="1"/>
          </p:cNvSpPr>
          <p:nvPr/>
        </p:nvSpPr>
        <p:spPr>
          <a:xfrm xmlns:a="http://schemas.openxmlformats.org/drawingml/2006/main">
            <a:off x="605790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650" b="0" i="0">
                <a:solidFill>
                  <a:srgbClr val="233248"/>
                </a:solidFill>
                <a:latin typeface="Calibri"/>
                <a:ea typeface="Calibri"/>
                <a:cs typeface="Calibri"/>
              </a:defRPr>
            </a:pPr>
            <a:r>
              <a:rPr sz="1650" b="0" i="0">
                <a:solidFill>
                  <a:srgbClr val="233248"/>
                </a:solidFill>
                <a:latin typeface="Calibri"/>
                <a:ea typeface="Calibri"/>
                <a:cs typeface="Calibri"/>
              </a:rPr>
              <a:t>If reliable event logs exist, compare driver-arrived to trip-start dwell, calls/messages, location changes, and cancellations at complex locations.</a:t>
            </a:r>
          </a:p>
        </p:txBody>
      </p:sp>
      <p:sp>
        <p:nvSpPr>
          <p:cNvPr id="11" name="">
            <a:extLst xmlns:a="http://schemas.openxmlformats.org/drawingml/2006/main">
              <a:ext uri="{FF2B5EF4-FFF2-40B4-BE49-F238E27FC236}">
                <a16:creationId xmlns:a16="http://schemas.microsoft.com/office/drawing/2014/main" id="{E03B3828-DD6C-4DD9-AF76-0A4AC7F562EE}"/>
              </a:ext>
            </a:extLst>
          </p:cNvPr>
          <p:cNvSpPr>
            <a:spLocks xmlns:a="http://schemas.openxmlformats.org/drawingml/2006/main" noGrp="1"/>
          </p:cNvSpPr>
          <p:nvPr/>
        </p:nvSpPr>
        <p:spPr>
          <a:xfrm xmlns:a="http://schemas.openxmlformats.org/drawingml/2006/main">
            <a:off x="514350" y="51816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500" b="0" i="1">
                <a:solidFill>
                  <a:srgbClr val="687489"/>
                </a:solidFill>
                <a:latin typeface="Calibri"/>
                <a:ea typeface="Calibri"/>
                <a:cs typeface="Calibri"/>
              </a:defRPr>
            </a:pPr>
            <a:r>
              <a:rPr sz="1500" b="0" i="1">
                <a:solidFill>
                  <a:srgbClr val="687489"/>
                </a:solidFill>
                <a:latin typeface="Calibri"/>
                <a:ea typeface="Calibri"/>
                <a:cs typeface="Calibri"/>
              </a:rPr>
              <a:t>This is a proposed measurement direction — not a confirmed Uber metric or a one-day data pull.</a:t>
            </a:r>
          </a:p>
        </p:txBody>
      </p:sp>
      <p:sp>
        <p:nvSpPr>
          <p:cNvPr id="12" name="">
            <a:extLst xmlns:a="http://schemas.openxmlformats.org/drawingml/2006/main">
              <a:ext uri="{FF2B5EF4-FFF2-40B4-BE49-F238E27FC236}">
                <a16:creationId xmlns:a16="http://schemas.microsoft.com/office/drawing/2014/main" id="{E2F3E5DB-6D3D-4435-AD67-BF69251E68E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3" name="">
            <a:extLst xmlns:a="http://schemas.openxmlformats.org/drawingml/2006/main">
              <a:ext uri="{FF2B5EF4-FFF2-40B4-BE49-F238E27FC236}">
                <a16:creationId xmlns:a16="http://schemas.microsoft.com/office/drawing/2014/main" id="{4C232650-F977-4BAD-BE28-6BCC99B2D92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308049051"/>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9C9AC79-FB05-4A1C-BEE4-3C2D8557828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WHAT THE EVIDENCE SHOWED</a:t>
            </a:r>
          </a:p>
        </p:txBody>
      </p:sp>
      <p:sp>
        <p:nvSpPr>
          <p:cNvPr id="2" name="">
            <a:extLst xmlns:a="http://schemas.openxmlformats.org/drawingml/2006/main">
              <a:ext uri="{FF2B5EF4-FFF2-40B4-BE49-F238E27FC236}">
                <a16:creationId xmlns:a16="http://schemas.microsoft.com/office/drawing/2014/main" id="{09CB0787-13CB-493E-900A-27E2D9C22A9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0D59EF76-AF62-417E-A4DE-9A420C8FCF20}"/>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68430D-BB9E-4EF0-8CB0-5DA3A5C4A726}"/>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5" name="">
            <a:extLst xmlns:a="http://schemas.openxmlformats.org/drawingml/2006/main">
              <a:ext uri="{FF2B5EF4-FFF2-40B4-BE49-F238E27FC236}">
                <a16:creationId xmlns:a16="http://schemas.microsoft.com/office/drawing/2014/main" id="{F0C91B09-F96B-4989-BB52-374A49B8963E}"/>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a:t>
            </a:r>
          </a:p>
        </p:txBody>
      </p:sp>
      <p:sp>
        <p:nvSpPr>
          <p:cNvPr id="6" name="">
            <a:extLst xmlns:a="http://schemas.openxmlformats.org/drawingml/2006/main">
              <a:ext uri="{FF2B5EF4-FFF2-40B4-BE49-F238E27FC236}">
                <a16:creationId xmlns:a16="http://schemas.microsoft.com/office/drawing/2014/main" id="{31600C76-C0EE-43CD-98C9-B9D989AE57F3}"/>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97D9637-CC8B-4D4A-B00F-FD9427C5C060}"/>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8" name="">
            <a:extLst xmlns:a="http://schemas.openxmlformats.org/drawingml/2006/main">
              <a:ext uri="{FF2B5EF4-FFF2-40B4-BE49-F238E27FC236}">
                <a16:creationId xmlns:a16="http://schemas.microsoft.com/office/drawing/2014/main" id="{01864A41-2C06-4748-8C64-A9F855CDC79E}"/>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9" name="">
            <a:extLst xmlns:a="http://schemas.openxmlformats.org/drawingml/2006/main">
              <a:ext uri="{FF2B5EF4-FFF2-40B4-BE49-F238E27FC236}">
                <a16:creationId xmlns:a16="http://schemas.microsoft.com/office/drawing/2014/main" id="{3A5D6AE1-0B41-4CC1-8AAA-81F0FAAF76EA}"/>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9491D2-1EF6-441B-A0C3-9426AC00F174}"/>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1" name="">
            <a:extLst xmlns:a="http://schemas.openxmlformats.org/drawingml/2006/main">
              <a:ext uri="{FF2B5EF4-FFF2-40B4-BE49-F238E27FC236}">
                <a16:creationId xmlns:a16="http://schemas.microsoft.com/office/drawing/2014/main" id="{39FD1557-8C5C-4F4D-9F2E-2349FB52F83E}"/>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2" name="">
            <a:extLst xmlns:a="http://schemas.openxmlformats.org/drawingml/2006/main">
              <a:ext uri="{FF2B5EF4-FFF2-40B4-BE49-F238E27FC236}">
                <a16:creationId xmlns:a16="http://schemas.microsoft.com/office/drawing/2014/main" id="{945410C3-7E47-498D-920C-98CDD1BA964F}"/>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D07745-14A1-4475-A320-66D2D94C5F98}"/>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4" name="">
            <a:extLst xmlns:a="http://schemas.openxmlformats.org/drawingml/2006/main">
              <a:ext uri="{FF2B5EF4-FFF2-40B4-BE49-F238E27FC236}">
                <a16:creationId xmlns:a16="http://schemas.microsoft.com/office/drawing/2014/main" id="{4806B68A-8D84-4A86-8A5C-33C8D0911AB6}"/>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5" name="">
            <a:extLst xmlns:a="http://schemas.openxmlformats.org/drawingml/2006/main">
              <a:ext uri="{FF2B5EF4-FFF2-40B4-BE49-F238E27FC236}">
                <a16:creationId xmlns:a16="http://schemas.microsoft.com/office/drawing/2014/main" id="{C19CC08F-CF6A-493D-87C1-B3D6B41CF8A5}"/>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E581D4-DA3D-4FD7-BFFE-139760AF9A3C}"/>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7" name="">
            <a:extLst xmlns:a="http://schemas.openxmlformats.org/drawingml/2006/main">
              <a:ext uri="{FF2B5EF4-FFF2-40B4-BE49-F238E27FC236}">
                <a16:creationId xmlns:a16="http://schemas.microsoft.com/office/drawing/2014/main" id="{938923F0-8935-4360-9880-DDB95EA942C7}"/>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8" name="">
            <a:extLst xmlns:a="http://schemas.openxmlformats.org/drawingml/2006/main">
              <a:ext uri="{FF2B5EF4-FFF2-40B4-BE49-F238E27FC236}">
                <a16:creationId xmlns:a16="http://schemas.microsoft.com/office/drawing/2014/main" id="{9826D412-F41B-45B3-AE74-DB7CFD98AE14}"/>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A290EA-DD47-491B-BBF6-209196278668}"/>
              </a:ext>
            </a:extLst>
          </p:cNvPr>
          <p:cNvSpPr>
            <a:spLocks xmlns:a="http://schemas.openxmlformats.org/drawingml/2006/main" noGrp="1"/>
          </p:cNvSpPr>
          <p:nvPr/>
        </p:nvSpPr>
        <p:spPr>
          <a:xfrm xmlns:a="http://schemas.openxmlformats.org/drawingml/2006/main">
            <a:off x="704850" y="5133975"/>
            <a:ext cx="10058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350" b="0" i="0">
                <a:solidFill>
                  <a:srgbClr val="233248"/>
                </a:solidFill>
                <a:latin typeface="Calibri"/>
                <a:ea typeface="Calibri"/>
                <a:cs typeface="Calibri"/>
              </a:defRPr>
            </a:pPr>
            <a:r>
              <a:rPr sz="135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a:t>
            </a:r>
          </a:p>
        </p:txBody>
      </p:sp>
      <p:sp>
        <p:nvSpPr>
          <p:cNvPr id="20" name="">
            <a:extLst xmlns:a="http://schemas.openxmlformats.org/drawingml/2006/main">
              <a:ext uri="{FF2B5EF4-FFF2-40B4-BE49-F238E27FC236}">
                <a16:creationId xmlns:a16="http://schemas.microsoft.com/office/drawing/2014/main" id="{EB79CC22-B378-48F3-8A49-9E2AFCB75E9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1" name="">
            <a:extLst xmlns:a="http://schemas.openxmlformats.org/drawingml/2006/main">
              <a:ext uri="{FF2B5EF4-FFF2-40B4-BE49-F238E27FC236}">
                <a16:creationId xmlns:a16="http://schemas.microsoft.com/office/drawing/2014/main" id="{9CCD2260-6F3D-4777-9BA6-6862480FDCE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2109591563"/>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D206160B-24CB-424F-A91D-9493CA28FF6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EVIDENCE PATTERNS</a:t>
            </a:r>
          </a:p>
        </p:txBody>
      </p:sp>
      <p:sp>
        <p:nvSpPr>
          <p:cNvPr id="2" name="">
            <a:extLst xmlns:a="http://schemas.openxmlformats.org/drawingml/2006/main">
              <a:ext uri="{FF2B5EF4-FFF2-40B4-BE49-F238E27FC236}">
                <a16:creationId xmlns:a16="http://schemas.microsoft.com/office/drawing/2014/main" id="{B762456F-F6C3-46BA-9040-269F5DF2F00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FAFDF506-6036-4B16-9DE0-7B68D9271A94}"/>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buNone/>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a:t>
            </a:r>
          </a:p>
        </p:txBody>
      </p:sp>
      <p:sp>
        <p:nvSpPr>
          <p:cNvPr id="4" name="">
            <a:extLst xmlns:a="http://schemas.openxmlformats.org/drawingml/2006/main">
              <a:ext uri="{FF2B5EF4-FFF2-40B4-BE49-F238E27FC236}">
                <a16:creationId xmlns:a16="http://schemas.microsoft.com/office/drawing/2014/main" id="{77CE9A42-7AD9-49EB-B966-51FCAF24DEA1}"/>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5" name="">
            <a:extLst xmlns:a="http://schemas.openxmlformats.org/drawingml/2006/main">
              <a:ext uri="{FF2B5EF4-FFF2-40B4-BE49-F238E27FC236}">
                <a16:creationId xmlns:a16="http://schemas.microsoft.com/office/drawing/2014/main" id="{309094B2-74C9-43BB-835B-E8198D4A7B5F}"/>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29F31E-2CE2-43A2-9113-8EF0958A256C}"/>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5149CDE-37AB-4617-9637-3EA455373DE8}"/>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8" name="">
            <a:extLst xmlns:a="http://schemas.openxmlformats.org/drawingml/2006/main">
              <a:ext uri="{FF2B5EF4-FFF2-40B4-BE49-F238E27FC236}">
                <a16:creationId xmlns:a16="http://schemas.microsoft.com/office/drawing/2014/main" id="{13323B81-60D7-4A47-A708-CCD8C4A55A4B}"/>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9" name="">
            <a:extLst xmlns:a="http://schemas.openxmlformats.org/drawingml/2006/main">
              <a:ext uri="{FF2B5EF4-FFF2-40B4-BE49-F238E27FC236}">
                <a16:creationId xmlns:a16="http://schemas.microsoft.com/office/drawing/2014/main" id="{458A8BF5-0053-4A49-B44C-5E2F50259688}"/>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E8F219-0633-491A-A24E-8EB0D21DA765}"/>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00B4C0-C537-4F14-A2EC-FB112CEC1CB9}"/>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2" name="">
            <a:extLst xmlns:a="http://schemas.openxmlformats.org/drawingml/2006/main">
              <a:ext uri="{FF2B5EF4-FFF2-40B4-BE49-F238E27FC236}">
                <a16:creationId xmlns:a16="http://schemas.microsoft.com/office/drawing/2014/main" id="{5A031109-94D1-47F3-AF0D-6CD3F7EB9150}"/>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3" name="">
            <a:extLst xmlns:a="http://schemas.openxmlformats.org/drawingml/2006/main">
              <a:ext uri="{FF2B5EF4-FFF2-40B4-BE49-F238E27FC236}">
                <a16:creationId xmlns:a16="http://schemas.microsoft.com/office/drawing/2014/main" id="{8A0F48B8-4E75-4EE5-8B05-91AC7876DF2D}"/>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4C5AFC-AB46-415C-8849-7EDDE8985EDA}"/>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132EB7-0E2F-4C47-9186-F6650D89B785}"/>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6" name="">
            <a:extLst xmlns:a="http://schemas.openxmlformats.org/drawingml/2006/main">
              <a:ext uri="{FF2B5EF4-FFF2-40B4-BE49-F238E27FC236}">
                <a16:creationId xmlns:a16="http://schemas.microsoft.com/office/drawing/2014/main" id="{BE135975-3A8D-447E-A996-6A3B4B377485}"/>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7" name="">
            <a:extLst xmlns:a="http://schemas.openxmlformats.org/drawingml/2006/main">
              <a:ext uri="{FF2B5EF4-FFF2-40B4-BE49-F238E27FC236}">
                <a16:creationId xmlns:a16="http://schemas.microsoft.com/office/drawing/2014/main" id="{4A7B61BF-79E6-478B-B8B3-B09D0B580D83}"/>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1FDF881-3609-4408-8D97-7AA15581DE85}"/>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F17D34-D5BE-473A-B431-78CB25EE13D7}"/>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0" name="">
            <a:extLst xmlns:a="http://schemas.openxmlformats.org/drawingml/2006/main">
              <a:ext uri="{FF2B5EF4-FFF2-40B4-BE49-F238E27FC236}">
                <a16:creationId xmlns:a16="http://schemas.microsoft.com/office/drawing/2014/main" id="{BA2926D7-F1AC-41C0-A4C1-60057A7F1745}"/>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1" name="">
            <a:extLst xmlns:a="http://schemas.openxmlformats.org/drawingml/2006/main">
              <a:ext uri="{FF2B5EF4-FFF2-40B4-BE49-F238E27FC236}">
                <a16:creationId xmlns:a16="http://schemas.microsoft.com/office/drawing/2014/main" id="{933BB85E-B7D5-4089-BAE9-E5BCBD4CAA31}"/>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D6AD5C0-3FBC-4223-85A6-8825CCFD1FF9}"/>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2671818-2AAD-4E89-8642-02E48C62752C}"/>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4" name="">
            <a:extLst xmlns:a="http://schemas.openxmlformats.org/drawingml/2006/main">
              <a:ext uri="{FF2B5EF4-FFF2-40B4-BE49-F238E27FC236}">
                <a16:creationId xmlns:a16="http://schemas.microsoft.com/office/drawing/2014/main" id="{A23B7BA6-88C5-4159-B70C-B957D4D341DE}"/>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5" name="">
            <a:extLst xmlns:a="http://schemas.openxmlformats.org/drawingml/2006/main">
              <a:ext uri="{FF2B5EF4-FFF2-40B4-BE49-F238E27FC236}">
                <a16:creationId xmlns:a16="http://schemas.microsoft.com/office/drawing/2014/main" id="{5CBD3A35-7DF4-4A18-91A5-526251F9D09E}"/>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31BC722-8423-4AB0-B448-A7797B3F41E3}"/>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00DAF81-FCB5-4F0D-A74D-995A514AB5BE}"/>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8" name="">
            <a:extLst xmlns:a="http://schemas.openxmlformats.org/drawingml/2006/main">
              <a:ext uri="{FF2B5EF4-FFF2-40B4-BE49-F238E27FC236}">
                <a16:creationId xmlns:a16="http://schemas.microsoft.com/office/drawing/2014/main" id="{2799A016-8217-421B-8ED1-AC550EAB1B64}"/>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buNone/>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29" name="">
            <a:extLst xmlns:a="http://schemas.openxmlformats.org/drawingml/2006/main">
              <a:ext uri="{FF2B5EF4-FFF2-40B4-BE49-F238E27FC236}">
                <a16:creationId xmlns:a16="http://schemas.microsoft.com/office/drawing/2014/main" id="{03A6F383-46DF-4B49-9DE8-D0BFC9616663}"/>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0" name="">
            <a:extLst xmlns:a="http://schemas.openxmlformats.org/drawingml/2006/main">
              <a:ext uri="{FF2B5EF4-FFF2-40B4-BE49-F238E27FC236}">
                <a16:creationId xmlns:a16="http://schemas.microsoft.com/office/drawing/2014/main" id="{0646BECD-9CC5-408F-B5E3-2BD76A7D15B7}"/>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AA5C7F5-BE6F-4D8F-B87C-86D0B8386ED5}"/>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B59444D-DE4C-42BE-9F05-39CB6318BAC1}"/>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3" name="">
            <a:extLst xmlns:a="http://schemas.openxmlformats.org/drawingml/2006/main">
              <a:ext uri="{FF2B5EF4-FFF2-40B4-BE49-F238E27FC236}">
                <a16:creationId xmlns:a16="http://schemas.microsoft.com/office/drawing/2014/main" id="{D4B6DEB1-2CEE-476A-8560-7D596D3197D7}"/>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4" name="">
            <a:extLst xmlns:a="http://schemas.openxmlformats.org/drawingml/2006/main">
              <a:ext uri="{FF2B5EF4-FFF2-40B4-BE49-F238E27FC236}">
                <a16:creationId xmlns:a16="http://schemas.microsoft.com/office/drawing/2014/main" id="{B5FEE2AF-64B9-4BD6-9948-2AF31661C052}"/>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7678D74-BFE7-4774-A935-B39D79C51C84}"/>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95B8285-D4BD-4167-9A0B-71916096D040}"/>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7" name="">
            <a:extLst xmlns:a="http://schemas.openxmlformats.org/drawingml/2006/main">
              <a:ext uri="{FF2B5EF4-FFF2-40B4-BE49-F238E27FC236}">
                <a16:creationId xmlns:a16="http://schemas.microsoft.com/office/drawing/2014/main" id="{FF9F2FF8-0807-4867-820A-0008EE81F2F9}"/>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8" name="">
            <a:extLst xmlns:a="http://schemas.openxmlformats.org/drawingml/2006/main">
              <a:ext uri="{FF2B5EF4-FFF2-40B4-BE49-F238E27FC236}">
                <a16:creationId xmlns:a16="http://schemas.microsoft.com/office/drawing/2014/main" id="{3459256D-554F-4247-805B-90A72AD30FA1}"/>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1AC29E7-6CFF-45BB-BAE6-C0D813FD3EDF}"/>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67F7C67-D5B5-4286-87D4-252396A31C64}"/>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1" name="">
            <a:extLst xmlns:a="http://schemas.openxmlformats.org/drawingml/2006/main">
              <a:ext uri="{FF2B5EF4-FFF2-40B4-BE49-F238E27FC236}">
                <a16:creationId xmlns:a16="http://schemas.microsoft.com/office/drawing/2014/main" id="{C54B7085-DF46-4D51-83E3-F91BFFFF97DC}"/>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2" name="">
            <a:extLst xmlns:a="http://schemas.openxmlformats.org/drawingml/2006/main">
              <a:ext uri="{FF2B5EF4-FFF2-40B4-BE49-F238E27FC236}">
                <a16:creationId xmlns:a16="http://schemas.microsoft.com/office/drawing/2014/main" id="{6A7433F9-0070-4F91-9E9E-338A1E8C1451}"/>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4BD49D1-4AE5-474D-89D0-1A70281DC6ED}"/>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A07B952-0055-4692-8026-151405F8DCBD}"/>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5" name="">
            <a:extLst xmlns:a="http://schemas.openxmlformats.org/drawingml/2006/main">
              <a:ext uri="{FF2B5EF4-FFF2-40B4-BE49-F238E27FC236}">
                <a16:creationId xmlns:a16="http://schemas.microsoft.com/office/drawing/2014/main" id="{9EAC1007-ADAE-445B-9151-5529B8023E80}"/>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6" name="">
            <a:extLst xmlns:a="http://schemas.openxmlformats.org/drawingml/2006/main">
              <a:ext uri="{FF2B5EF4-FFF2-40B4-BE49-F238E27FC236}">
                <a16:creationId xmlns:a16="http://schemas.microsoft.com/office/drawing/2014/main" id="{874E83B0-594E-49B2-BA67-2E660E043631}"/>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FF3A8E8-B1D7-4756-BEA7-7D2D238A7CFD}"/>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14D3068-83F7-4C96-BB24-19A2F7F79393}"/>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49" name="">
            <a:extLst xmlns:a="http://schemas.openxmlformats.org/drawingml/2006/main">
              <a:ext uri="{FF2B5EF4-FFF2-40B4-BE49-F238E27FC236}">
                <a16:creationId xmlns:a16="http://schemas.microsoft.com/office/drawing/2014/main" id="{7E2D0819-A66C-41C7-A155-189234377F36}"/>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0" name="">
            <a:extLst xmlns:a="http://schemas.openxmlformats.org/drawingml/2006/main">
              <a:ext uri="{FF2B5EF4-FFF2-40B4-BE49-F238E27FC236}">
                <a16:creationId xmlns:a16="http://schemas.microsoft.com/office/drawing/2014/main" id="{15853E88-FB73-4C40-BEE8-6B8F26DE4B62}"/>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1727B10C-9CB7-4C0C-BEB7-34E021DDC5F9}"/>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4668712-44E4-48A4-A63F-836827CD7A77}"/>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buNone/>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3" name="">
            <a:extLst xmlns:a="http://schemas.openxmlformats.org/drawingml/2006/main">
              <a:ext uri="{FF2B5EF4-FFF2-40B4-BE49-F238E27FC236}">
                <a16:creationId xmlns:a16="http://schemas.microsoft.com/office/drawing/2014/main" id="{6AE37FCB-205B-4E67-8B1A-3AECD8828FF7}"/>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D7318E1-542E-433C-90F5-E1BD18BDC55D}"/>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5" name="">
            <a:extLst xmlns:a="http://schemas.openxmlformats.org/drawingml/2006/main">
              <a:ext uri="{FF2B5EF4-FFF2-40B4-BE49-F238E27FC236}">
                <a16:creationId xmlns:a16="http://schemas.microsoft.com/office/drawing/2014/main" id="{9F8E753C-A4B2-4074-8D88-6CB445F4DFA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6" name="">
            <a:extLst xmlns:a="http://schemas.openxmlformats.org/drawingml/2006/main">
              <a:ext uri="{FF2B5EF4-FFF2-40B4-BE49-F238E27FC236}">
                <a16:creationId xmlns:a16="http://schemas.microsoft.com/office/drawing/2014/main" id="{B99C94C9-9B01-4A76-A2B6-C5E1E689DA6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740095288"/>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7476B8-E06F-4301-9A88-6FBF183A289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STRATEGY IMPLICATION</a:t>
            </a:r>
          </a:p>
        </p:txBody>
      </p:sp>
      <p:sp>
        <p:nvSpPr>
          <p:cNvPr id="2" name="">
            <a:extLst xmlns:a="http://schemas.openxmlformats.org/drawingml/2006/main">
              <a:ext uri="{FF2B5EF4-FFF2-40B4-BE49-F238E27FC236}">
                <a16:creationId xmlns:a16="http://schemas.microsoft.com/office/drawing/2014/main" id="{7367DACD-FB8F-4AD6-B50E-7C58271F1EA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9DCF9657-3DEB-44EE-96C4-0D75927CA2A5}"/>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6C8DF37-97B5-4CFB-9636-B424C6706914}"/>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A8B83853-2A8F-4ADA-A80E-97E5214939A4}"/>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buNone/>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6C939C38-80DE-4843-81C4-7AF938992072}"/>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76836161-8C29-4A37-9FD6-B306687FC346}"/>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DO</a:t>
            </a:r>
          </a:p>
        </p:txBody>
      </p:sp>
      <p:sp>
        <p:nvSpPr>
          <p:cNvPr id="8" name="">
            <a:extLst xmlns:a="http://schemas.openxmlformats.org/drawingml/2006/main">
              <a:ext uri="{FF2B5EF4-FFF2-40B4-BE49-F238E27FC236}">
                <a16:creationId xmlns:a16="http://schemas.microsoft.com/office/drawing/2014/main" id="{DD5E961C-9703-48F7-99C2-3664AD5BCDFE}"/>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725" b="0" i="0">
                <a:solidFill>
                  <a:srgbClr val="233248"/>
                </a:solidFill>
                <a:latin typeface="Calibri"/>
                <a:ea typeface="Calibri"/>
                <a:cs typeface="Calibri"/>
              </a:defRPr>
            </a:pPr>
            <a:r>
              <a:rPr sz="1725" b="0" i="0">
                <a:solidFill>
                  <a:srgbClr val="233248"/>
                </a:solidFill>
                <a:latin typeface="Calibri"/>
                <a:ea typeface="Calibri"/>
                <a:cs typeface="Calibri"/>
              </a:rPr>
              <a:t>Test an early handoff note, a guided stalled-pickup recovery flow, and venue-specific coordination information — in that order.</a:t>
            </a:r>
          </a:p>
        </p:txBody>
      </p:sp>
      <p:sp>
        <p:nvSpPr>
          <p:cNvPr id="9" name="">
            <a:extLst xmlns:a="http://schemas.openxmlformats.org/drawingml/2006/main">
              <a:ext uri="{FF2B5EF4-FFF2-40B4-BE49-F238E27FC236}">
                <a16:creationId xmlns:a16="http://schemas.microsoft.com/office/drawing/2014/main" id="{E48D43C9-EFF8-4B9B-A9FC-30CBCF1B6080}"/>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E380DA00-351B-4C88-BF42-1B4642F140F1}"/>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3F7D6C9F-FD9D-4667-A8C3-6F4A86CBF79D}"/>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8BC61069-838B-4AD2-A8CF-8765E98CDFAA}"/>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buNone/>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07093601-8CA5-4C89-9882-42C7C698E1A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CB921257-EEBE-4F31-9B19-1AC2DA991FA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640194400"/>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760115E-3989-4731-8BE3-C60634C7FDD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 1</a:t>
            </a:r>
          </a:p>
        </p:txBody>
      </p:sp>
      <p:sp>
        <p:nvSpPr>
          <p:cNvPr id="2" name="">
            <a:extLst xmlns:a="http://schemas.openxmlformats.org/drawingml/2006/main">
              <a:ext uri="{FF2B5EF4-FFF2-40B4-BE49-F238E27FC236}">
                <a16:creationId xmlns:a16="http://schemas.microsoft.com/office/drawing/2014/main" id="{14EB9118-1D18-4D38-BEBD-81DCEDB18FFD}"/>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35D872C6-063B-44C4-9F21-D641F781BC2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83F104E8-AE5B-4A7C-B871-3D30FA33D25E}"/>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278742F8-4F62-44CE-9F09-827ACCE0AA7B}"/>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305AEB74-2067-497B-A4B3-CE3F4AC5234F}"/>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98159009-D405-4F0B-8141-EDAE4ABED1A8}"/>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83AFD955-E918-4EAD-8E62-087362DC6095}"/>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64D61042-2FC9-4A67-8A86-35B7679B422E}"/>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CB0572C7-233F-4FDA-939B-09C528BFB0F7}"/>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88AE563-6004-4C83-A51C-ACACA04E7E97}"/>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F22EEA3B-7218-4A71-A489-97A5FBC7E983}"/>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and R061 already sends pickup details manually.</a:t>
            </a:r>
          </a:p>
        </p:txBody>
      </p:sp>
      <p:sp>
        <p:nvSpPr>
          <p:cNvPr id="13" name="">
            <a:extLst xmlns:a="http://schemas.openxmlformats.org/drawingml/2006/main">
              <a:ext uri="{FF2B5EF4-FFF2-40B4-BE49-F238E27FC236}">
                <a16:creationId xmlns:a16="http://schemas.microsoft.com/office/drawing/2014/main" id="{03411B15-E7D2-4F81-9D20-AF8B4DC3CD67}"/>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80B671F5-0B36-41F4-A41F-5F502B62319D}"/>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B13838E4-0288-42A4-86AD-9D293DDCAF2B}"/>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2851AD3B-E26F-4D80-9A78-08D0BA94E326}"/>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0438DCB-01A1-41F5-97F8-6BBFA0E6EC3F}"/>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77A104E0-FFAF-4DB3-930F-02E9D9A0ACA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2D5D17D0-F806-4EBD-8F46-FBE878C842F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2058107501"/>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7849B6-35F1-46A1-9467-340715E27A4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IDEAS 2 AND 3</a:t>
            </a:r>
          </a:p>
        </p:txBody>
      </p:sp>
      <p:sp>
        <p:nvSpPr>
          <p:cNvPr id="2" name="">
            <a:extLst xmlns:a="http://schemas.openxmlformats.org/drawingml/2006/main">
              <a:ext uri="{FF2B5EF4-FFF2-40B4-BE49-F238E27FC236}">
                <a16:creationId xmlns:a16="http://schemas.microsoft.com/office/drawing/2014/main" id="{B658A3D2-7A0E-488E-84B5-F58A9C1294D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959CF830-F09F-4F27-9524-147F1320A360}"/>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71D410A-F2A1-48E3-99E0-222AB17C017D}"/>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2 · GUIDED STALLED-PICKUP RECOVERY</a:t>
            </a:r>
          </a:p>
        </p:txBody>
      </p:sp>
      <p:sp>
        <p:nvSpPr>
          <p:cNvPr id="5" name="">
            <a:extLst xmlns:a="http://schemas.openxmlformats.org/drawingml/2006/main">
              <a:ext uri="{FF2B5EF4-FFF2-40B4-BE49-F238E27FC236}">
                <a16:creationId xmlns:a16="http://schemas.microsoft.com/office/drawing/2014/main" id="{F80D1E61-8B98-4D88-87A2-5E6F54581B50}"/>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5B2D7231-4228-4257-B709-AAB8E0E2788F}"/>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19C4320C-27F0-4C7F-A233-C16466015456}"/>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3 · VENUE-SPECIFIC COORDINATION INFORMATION</a:t>
            </a:r>
          </a:p>
        </p:txBody>
      </p:sp>
      <p:sp>
        <p:nvSpPr>
          <p:cNvPr id="8" name="">
            <a:extLst xmlns:a="http://schemas.openxmlformats.org/drawingml/2006/main">
              <a:ext uri="{FF2B5EF4-FFF2-40B4-BE49-F238E27FC236}">
                <a16:creationId xmlns:a16="http://schemas.microsoft.com/office/drawing/2014/main" id="{2E051BA3-0062-41EA-B6CF-9357453E467D}"/>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771EF237-BC01-4C6C-A8BC-E6FBEEA75B55}"/>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1BE499-1693-465D-95A1-F577675CDFF3}"/>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buNone/>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9A6B527D-FB90-4BBB-8FFA-668EDB59BBE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5ED35160-849E-4534-94FF-882A71E83FE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762707051"/>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62CC5DC-BDA8-4236-9662-61E84A15E83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3A358B95-046E-46FE-AFD1-3D97BB7D773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B3C6D2DA-108D-444F-B09C-481528634F7A}"/>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D4697A-C52D-4826-9429-50717394E242}"/>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buNone/>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3FA981B6-0F9B-4CC0-B320-222FED7CC3DF}"/>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DD1742AE-8836-48F2-9512-589C6653A015}"/>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71B86B0C-DB88-4C5E-A7AA-0E6333AEDEC6}"/>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003AF407-2B88-489C-90B3-1897A682CA4C}"/>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9F45CCE5-C723-4A30-9901-FFAC7175BCA2}"/>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FCE3EA09-C7AB-4D68-8A05-1B89007CDC84}"/>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934C5489-CDC6-48BA-8D6A-9D846BBA1B1D}"/>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EDDFFBB8-45A3-4915-88AA-49EFD4ADB94E}"/>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9852A794-954D-4F93-B3CD-9FD8A29D9A63}"/>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C774CB28-5C35-4111-96E4-6BEE05AE8F86}"/>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74DBA5FE-B6A5-41E1-B0F4-BEF72FE0054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B5030A71-D969-486E-BE7F-474A99EB50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233594684"/>
      </p:ext>
    </p:extLst>
  </p:cSld>
</p:sld>
</file>

<file path=ppt/slides/slide1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24CCF2-339A-4D07-945D-F127D32FEA5F}"/>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7400DF3B-89D7-4839-94C4-4410EFD907C1}"/>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DD65A09B-DF7C-4FA2-83D5-08E5A17EE16A}"/>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6F34D607-0746-41FC-94A6-10FA55C2560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C7AD5559-A980-4184-B4FF-52F40F8DC24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281821928"/>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6955E1-0883-4C31-925B-EEB3762D330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BC91562E-B253-408B-9127-20CE45FC1D2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91987952-53E4-4BD6-AC2A-9578EC89C706}"/>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Does not satisfy the assignment's 10 in-depth interview requirement</a:t>
            </a:r>
          </a:p>
        </p:txBody>
      </p:sp>
      <p:sp>
        <p:nvSpPr>
          <p:cNvPr id="4" name="">
            <a:extLst xmlns:a="http://schemas.openxmlformats.org/drawingml/2006/main">
              <a:ext uri="{FF2B5EF4-FFF2-40B4-BE49-F238E27FC236}">
                <a16:creationId xmlns:a16="http://schemas.microsoft.com/office/drawing/2014/main" id="{E297902B-E648-4C36-8689-3316E238B49E}"/>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645c298576f4d01"/>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8B2773D-A1D2-457F-BE1C-03A100713DB0}"/>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02af15ec5644fd6"/>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EC600F4-F006-46E4-8356-AAB6C13B3982}"/>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buNone/>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6E51D3C5-C250-4D5E-A614-3AD61745121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A5026159-2A38-4C83-A4A7-7EBECA87C50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652061045"/>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C0C715A-C1DA-4EF4-A269-3981FA94E1F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DA724A76-FCB2-4D22-ACA7-FF55FAA10BF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29563EC0-0897-4E5B-A1BC-C3406FF100C9}"/>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C534327C-DBF3-48C2-AB27-744396BE20B1}"/>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17608274-6D2E-4BC6-8B14-89D2AE0E8B60}"/>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DCA6B9F2-5332-4283-BBCD-C38D294CE387}"/>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24/51 recent users; 34/62 reported no issue</a:t>
            </a:r>
          </a:p>
        </p:txBody>
      </p:sp>
      <p:sp>
        <p:nvSpPr>
          <p:cNvPr id="7" name="">
            <a:extLst xmlns:a="http://schemas.openxmlformats.org/drawingml/2006/main">
              <a:ext uri="{FF2B5EF4-FFF2-40B4-BE49-F238E27FC236}">
                <a16:creationId xmlns:a16="http://schemas.microsoft.com/office/drawing/2014/main" id="{24F607DF-CE5A-4C05-9BBE-BEC532506C20}"/>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1720D20-DD77-4636-84D7-77CB87405203}"/>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646CBBB1-4895-4CCD-AFF2-509DDE3375B1}"/>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87A993D-A98E-415D-BA1F-F8A761A03F49}"/>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2766A23E-FCB8-48B2-875C-0BC5FF04251F}"/>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FB932440-F43D-4991-89CF-D4FE9F8F6B59}"/>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DA6B4490-9716-4397-B3C9-D89E0F9ED7D0}"/>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5139E2-A5C3-4803-A365-FAD91884F70D}"/>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32A5348E-F58D-442B-ABC3-CBD7FBCCC323}"/>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EB170421-CE02-4F15-B6E2-FDC134984750}"/>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97278BB8-F11F-4FA0-8460-4310217CA432}"/>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C70BE81D-91EF-4DD6-A6D3-1696B76D7DD0}"/>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D8389A37-C109-4A18-9A26-A4DD6679B16F}"/>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A63ABC-A2BC-4937-9CE9-4F437A99D36D}"/>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C87D212C-A3F5-4C5F-855D-1F91682C0070}"/>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6B58893-45F4-48AD-909F-6ED298E43D21}"/>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EA57E75A-A351-4C31-A67F-8F273A34C089}"/>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DB974EB9-1FCC-4F81-B2F5-6656C77E888C}"/>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604FC424-F242-483A-93AF-5E0139F5D886}"/>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D5C450-3E72-412D-98EB-57E789BD45E8}"/>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ED82E053-1E38-43A1-902E-C6904AF6A6C7}"/>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F1102B70-B7FB-4A2E-871D-283DA62C2E8C}"/>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54A08348-0629-44CC-9097-EB24D84D107A}"/>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5793D95C-3317-4380-A30B-CADA410E6AC1}"/>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4CFD8D03-2305-4C65-934E-2694DF5CB46A}"/>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3C9E3A5-8A90-4E2E-AD28-AC10095FBC84}"/>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4DDEC553-F3D6-4F41-A770-F87C83207E5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0CD0E0BE-A68F-4C59-A86D-F97D0D5EC94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406140482"/>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F352AF6-B2EF-4151-AF8E-571988BEE01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954A2588-60D9-4A96-8EDD-E3E4A9D338C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455045C9-42DB-4B43-8A90-53EE2DCA97C9}"/>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18343467-630D-43E8-9072-4AA428A57062}"/>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1560CE39-73BF-4B3C-BF4A-2DCBD5C4DFDD}"/>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FDE25265-38DE-4C36-BC5D-BC24AA7EBA74}"/>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2735C9A6-9BDC-4656-85AE-44A43976B862}"/>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469F1F-1678-4178-B894-7AA69AED9203}"/>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D2A4DF58-D72A-45CC-95AD-3DAFFA84D893}"/>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7CDF266B-9E8A-48C6-9716-95348F219B90}"/>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7D955E87-0335-4736-BF6F-7A3CFD96C19A}"/>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7852F3F0-17B9-4D61-B317-726FBE3BC1FA}"/>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3F94FAA7-F15F-46FC-88AC-CC228C56CEF3}"/>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23E99F-7C51-4D12-BEE3-C8118998662A}"/>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D4598B1D-6942-4E0F-90B8-26AB3C3E49C5}"/>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31D31DC-9069-47CE-AA05-2010F271D993}"/>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71558B01-79B2-404C-9C14-A2F53907B941}"/>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57BE9E98-1E7F-446B-899B-62A5275D0723}"/>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B8FC5431-C74D-4539-B08C-FB7E4B6873D3}"/>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B7E307-6B02-48BC-960F-4E48519C58B8}"/>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52855ECD-3AAE-4741-925B-8A1B3ACA540A}"/>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3210897-305F-48C1-923D-9C38BEFBCBF4}"/>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CBDBBCF0-72AF-4948-B3DB-B33AAD3DF9A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0F69C1D2-C130-4740-82A2-E55C1DB4AD75}"/>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01A5AC41-B39F-4065-9E00-5FE9AC70A066}"/>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769CA7F-38DD-45E4-8D0A-2444F0CC6E26}"/>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C90C6F67-E408-4191-9447-407AE0F38603}"/>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85B17F13-BCC2-4AB8-AD39-3B4360B6A3CD}"/>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686670A7-5D7B-47C8-B685-0CF5B55A8AAB}"/>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3E61BE30-3402-4735-B7B0-4DFF0E1DBCD5}"/>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buNone/>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EFF61D71-B416-49C7-BF85-756D594538FA}"/>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699D9DA-C45C-4D60-A4F6-8C43DF86E274}"/>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buNone/>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0BFFA4BC-444B-4A98-B248-073AC49F6A1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62CC0280-1692-47DE-8FB9-7542912673C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217901690"/>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EAEAB19-CEEC-4F2B-8099-4B191122448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C654022B-95D7-43D4-AC67-224EC41112A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9C744E9F-E644-469A-981E-1A4D66AE4181}"/>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161F28D3-DA43-443F-9D78-1A26BA291CF8}"/>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C9F3D6B4-FC72-43E6-BA54-D8940665E632}"/>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F7ACD4EF-1578-4C22-AF56-B5B80C2EBFC2}"/>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B7E8F6AB-D0CB-418F-94FA-BED3051B0AE0}"/>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4458CE75-3DD4-482A-BE0B-6644077F6BFE}"/>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1C464C75-79D4-4091-B93F-7F7F91D1E6FF}"/>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5C707A76-BFE4-431A-935A-843DF8982B9D}"/>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8446E307-D6DE-4BC2-8259-E74F982D52F9}"/>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BC42AF6C-622E-476E-94F6-C08BD8596581}"/>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7ADB29CA-D57E-4E54-801D-AEE9EEF61E18}"/>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B49951A6-24AB-41D3-804A-2DAD8C75B8A8}"/>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CBB59280-7403-48A0-9163-740751D9275A}"/>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86F0785-4CA3-4955-9FF8-AFB91B5ED7E4}"/>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DD6F5E18-5F1A-4F49-91D0-422EA7DD23B1}"/>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43F133D-DF2E-4F11-894E-2CDACF38A75A}"/>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5F009817-B86A-4E0F-9067-BFD704A92C44}"/>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511E3ADA-063E-4798-BCEA-B06D4FB1920B}"/>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FB937291-DA38-4DA1-A950-4AE778E76BFC}"/>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87E9B74-D79B-4C11-91B3-26D10E459BF0}"/>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BBBAC841-7BAE-44F0-BDCD-F89B61C1682F}"/>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80852DDF-CF27-4234-8B5D-23E6E1DF24F5}"/>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20770811-6D04-4880-AD6F-9027E777581C}"/>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CF65458A-E656-45B4-B8EF-D757245CE0E9}"/>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E5426079-025D-4633-8131-47B7B046112F}"/>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5DA5E3E-5D61-439E-9BAE-ADA7F35CD5A5}"/>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8830AC08-20BD-4BCF-B269-02FA6F1CFE4D}"/>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4FCC4989-1A9C-482B-BE1C-32A3BBEC6488}"/>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FEB7ED75-0321-4B53-A5B3-D84A006F481F}"/>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C2E85A86-D549-4A98-9172-CAE45556C5D5}"/>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36588CD5-D6B5-4528-8788-F88EB4EFDE0C}"/>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685AEDCF-6F88-4CBA-87CE-75C4A15DC73E}"/>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D6AF820E-1BD6-4DDB-8CC9-6C9C85695972}"/>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5B1FDAA0-8AB8-45A6-B9ED-0276AB41AD3E}"/>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61BCD962-E612-42CA-9F4D-F3B80C0A7B28}"/>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33D25166-E925-4F76-8089-34E21BB84C18}"/>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C105A791-F703-4254-ACEE-8D1F825EB07F}"/>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26C33738-FFD9-44EA-9BD9-8C7A16EF92C1}"/>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9A2E31D1-DCFF-4C1B-AE61-70707C489793}"/>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4A9DB875-C324-4DA9-927A-17341FB46914}"/>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0EE875BB-AAC1-45B8-91A6-A941EFD40B00}"/>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0C782CC3-308F-4CDB-BAA7-81804E072834}"/>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5FFDDA41-5BBA-4162-B961-0CC041C0795A}"/>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9552F2EE-342A-41D1-AFCD-EA60FAF7694E}"/>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A369BADC-7AA1-4F1F-8740-0977AD105072}"/>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77AFF50F-4E92-4AEE-AE36-90AD36C23D32}"/>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37AFA66E-B367-4516-A3E5-43AEC03350F8}"/>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F0927ABF-0E4D-4FF3-A333-91F61024059D}"/>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D060C32E-25FA-496D-AA3D-3252AAFE6E1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3C24F88D-3443-44D3-815D-FAB64D34C04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29366973"/>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9BF9C58-2642-4038-98AD-27377BEBC8A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STRATEGY RECONCILIATION</a:t>
            </a:r>
          </a:p>
        </p:txBody>
      </p:sp>
      <p:sp>
        <p:nvSpPr>
          <p:cNvPr id="2" name="">
            <a:extLst xmlns:a="http://schemas.openxmlformats.org/drawingml/2006/main">
              <a:ext uri="{FF2B5EF4-FFF2-40B4-BE49-F238E27FC236}">
                <a16:creationId xmlns:a16="http://schemas.microsoft.com/office/drawing/2014/main" id="{2C12FD67-900E-4754-97C8-4E27D2BC450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5BFA4461-4370-4DD3-818F-189D747ADC35}"/>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0CA3D175-5A08-4A9E-99CB-9F434D0A620E}"/>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A9AEC89F-9C91-48B1-A518-E01D90B9F1AE}"/>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buNone/>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80F98BD9-19BE-45D9-9C0F-712F25BBF043}"/>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AA88755B-59EF-438A-84C8-828B5FF31795}"/>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1BECB05C-8883-4821-8C89-C3CBE5C7045B}"/>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buNone/>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32D13354-3BFB-4F9A-9A96-A28CDD699EE3}"/>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C80B5166-0906-4781-B1D8-F5349F86E1DA}"/>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D3BFDDA2-3D9D-42DE-BF5B-E2C0875F7478}"/>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buNone/>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3D65B758-5F99-442A-BFB5-0239ABF4EB2B}"/>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271EE3CA-5D3B-4861-94C3-0E620C3B9E7D}"/>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F7D7C2DE-C5E9-4EB8-AC41-7F12DA3F279D}"/>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buNone/>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5F3D5A34-5571-4FF3-A220-D40BE266F22B}"/>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BB765B7C-A609-49FB-B642-3A788E895CF9}"/>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593EBC1F-3692-40F1-AD43-72F38CC64F2B}"/>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1B5E552F-B75B-4273-B0FF-5D1C67C4A8D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A159D2F1-77E1-4E50-BCE9-7C145573575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359138373"/>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5F5E774-80FC-48B3-A5F2-F2C553E9E21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IDEA TEST PLAN</a:t>
            </a:r>
          </a:p>
        </p:txBody>
      </p:sp>
      <p:sp>
        <p:nvSpPr>
          <p:cNvPr id="2" name="">
            <a:extLst xmlns:a="http://schemas.openxmlformats.org/drawingml/2006/main">
              <a:ext uri="{FF2B5EF4-FFF2-40B4-BE49-F238E27FC236}">
                <a16:creationId xmlns:a16="http://schemas.microsoft.com/office/drawing/2014/main" id="{CF6B1555-15E6-488E-92F3-23E135A3E6A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C8AC7CBA-0826-4F90-A1AF-F5FE454B3778}"/>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C2ABA826-2984-4C36-A81A-885001D51C8F}"/>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976B7295-D6A6-4842-AAA4-5E15DF14584E}"/>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B2235F5F-D083-46B2-B342-53A8EA4C02CC}"/>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5C8A05E5-3CDE-4AC8-8B14-F48601D31E17}"/>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03B9DBC6-F000-4257-9741-AC62AEB45734}"/>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6AE76F03-13A6-4121-9606-CE944F47BA1B}"/>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40F0354-700F-47E8-8555-491CC5A55CD7}"/>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CA555438-9D27-46BB-89AF-8F3E2B2435F4}"/>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C72496A7-5AE4-44B6-B9CE-5D86FC97615D}"/>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FFDE85FF-BCF4-48ED-A2BC-17F54B7621AF}"/>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27043F0D-EE6D-409E-982B-949005EBF688}"/>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2100" b="1" i="0">
                <a:solidFill>
                  <a:srgbClr val="F47A22"/>
                </a:solidFill>
                <a:latin typeface="Calibri"/>
                <a:ea typeface="Calibri"/>
                <a:cs typeface="Calibri"/>
              </a:defRPr>
            </a:pPr>
            <a:r>
              <a:rPr sz="2100" b="1" i="0">
                <a:solidFill>
                  <a:srgbClr val="F47A22"/>
                </a:solidFill>
                <a:latin typeface="Calibri"/>
                <a:ea typeface="Calibri"/>
                <a:cs typeface="Calibri"/>
              </a:rPr>
              <a:t>1</a:t>
            </a:r>
          </a:p>
        </p:txBody>
      </p:sp>
      <p:sp>
        <p:nvSpPr>
          <p:cNvPr id="15" name="">
            <a:extLst xmlns:a="http://schemas.openxmlformats.org/drawingml/2006/main">
              <a:ext uri="{FF2B5EF4-FFF2-40B4-BE49-F238E27FC236}">
                <a16:creationId xmlns:a16="http://schemas.microsoft.com/office/drawing/2014/main" id="{2DA6BE0B-BF57-4B6B-8F8D-5D7C277FB0E0}"/>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AB14F78-64A6-47FB-8799-2092533D2559}"/>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48D842A5-B9FA-466E-8A79-0C08EC9A91B5}"/>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88C856C2-D073-40A3-986E-B48CFB18EFD1}"/>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90F73987-0A5E-4515-82A6-B80575916EC2}"/>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ED832A4C-80E2-4FDB-9534-C6DE1FF37D33}"/>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70A09692-69EC-429B-ACC7-C863BD8E3F2A}"/>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782358CA-A303-4FBA-875F-8FAEC106804C}"/>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28741850-4198-40B6-85F0-697B18CA356B}"/>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1A4A384E-9C1B-4C33-B402-16DAA691002B}"/>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2100" b="1" i="0">
                <a:solidFill>
                  <a:srgbClr val="F47A22"/>
                </a:solidFill>
                <a:latin typeface="Calibri"/>
                <a:ea typeface="Calibri"/>
                <a:cs typeface="Calibri"/>
              </a:defRPr>
            </a:pPr>
            <a:r>
              <a:rPr sz="2100" b="1" i="0">
                <a:solidFill>
                  <a:srgbClr val="F47A22"/>
                </a:solidFill>
                <a:latin typeface="Calibri"/>
                <a:ea typeface="Calibri"/>
                <a:cs typeface="Calibri"/>
              </a:rPr>
              <a:t>2</a:t>
            </a:r>
          </a:p>
        </p:txBody>
      </p:sp>
      <p:sp>
        <p:nvSpPr>
          <p:cNvPr id="25" name="">
            <a:extLst xmlns:a="http://schemas.openxmlformats.org/drawingml/2006/main">
              <a:ext uri="{FF2B5EF4-FFF2-40B4-BE49-F238E27FC236}">
                <a16:creationId xmlns:a16="http://schemas.microsoft.com/office/drawing/2014/main" id="{11E3B180-8ACB-4152-B13F-52789C7CC016}"/>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1FC96DEA-01E0-4B50-A053-B68CD9D95A2A}"/>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A84BCDEF-F992-423C-A9B7-B71A92AEBB78}"/>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18F381B-CDC4-4F5E-BFD8-28BE02ABB206}"/>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16EE9221-DDE1-483C-AA36-18EC7160D1FE}"/>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034015CD-062B-44C0-A34E-6A51741C83ED}"/>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46321BDF-5CDC-498D-A4F9-B2758BE65553}"/>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D29E583A-C34D-4A9F-9163-A28DE4760AAA}"/>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C32F1D5B-0A8B-430C-8797-F8086FEFC562}"/>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4DFBAF45-A402-4D1E-AE2A-A140B68779B1}"/>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buNone/>
              <a:defRPr sz="2100" b="1" i="0">
                <a:solidFill>
                  <a:srgbClr val="F47A22"/>
                </a:solidFill>
                <a:latin typeface="Calibri"/>
                <a:ea typeface="Calibri"/>
                <a:cs typeface="Calibri"/>
              </a:defRPr>
            </a:pPr>
            <a:r>
              <a:rPr sz="2100" b="1" i="0">
                <a:solidFill>
                  <a:srgbClr val="F47A22"/>
                </a:solidFill>
                <a:latin typeface="Calibri"/>
                <a:ea typeface="Calibri"/>
                <a:cs typeface="Calibri"/>
              </a:rPr>
              <a:t>3</a:t>
            </a:r>
          </a:p>
        </p:txBody>
      </p:sp>
      <p:sp>
        <p:nvSpPr>
          <p:cNvPr id="35" name="">
            <a:extLst xmlns:a="http://schemas.openxmlformats.org/drawingml/2006/main">
              <a:ext uri="{FF2B5EF4-FFF2-40B4-BE49-F238E27FC236}">
                <a16:creationId xmlns:a16="http://schemas.microsoft.com/office/drawing/2014/main" id="{6171E9D0-B99D-4516-A594-6AA8A26B839D}"/>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991A1E03-93F5-4751-A651-05173C5E6902}"/>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6DBCC361-16C7-4E1F-8FAF-7542878D6B29}"/>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53772755-5127-418C-B5D5-A068361D4B53}"/>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1001B9B3-6140-4EB3-A7AC-813490A47961}"/>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30D01D22-9ADD-478F-9DFE-76254A649123}"/>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F6B7D280-7DFD-4BFA-BB20-FF9D2DC1DA79}"/>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B6F69D3B-FAD0-4D5E-BC29-ADD88036F8E5}"/>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buNone/>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5D18E97F-C3C2-4E7E-967B-51DC0251D93A}"/>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FD69655-DA26-4E43-A52F-3E1605121231}"/>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buNone/>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F304B9B1-4713-417A-8062-CCA4FB869BB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8B832728-9825-4A9C-B5AE-3E100EE6BD1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761360466"/>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CD1C46-EC4F-4145-8547-7E666DAF2AD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18122D7F-0263-414C-8C53-95541A3970E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154315DC-001F-4F62-A3D3-96C4228C8C25}"/>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not 10 synchronous in-depth interviews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07DDD885-C832-4D9A-A043-06B63A737BD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D609536B-41E4-488C-8A19-318DB9864AB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772873770"/>
      </p:ext>
    </p:extLst>
  </p:cSld>
</p:sld>
</file>

<file path=ppt/slides/slide19.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3E47CB-4656-4E3B-AD3A-1C900C8B2FAA}"/>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770E8BF2-8CDC-4E14-8D1A-3311F62ACAFA}"/>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F13CFBF0-6B03-4ADF-A0AF-F50699886570}"/>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D4308EE3-80C4-43DA-9D75-CDC9D34DB704}"/>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58F9C697-4053-4E91-B3B4-579B4F8B4A24}"/>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14F40407-3909-476F-BA19-D0242070F2BC}"/>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B1ED4D5E-40CC-4633-A89B-035BAEE9DF9E}"/>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FBA14789-B1E7-48F1-A795-864EEAF8877B}"/>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A106A14B-7B9D-43F1-9FBD-DB0FA51F6B24}"/>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6C39F561-0AEA-485F-BCB5-46720302755B}"/>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D961329E-FE54-4152-A6A1-19A6995B86EF}"/>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buNone/>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815EFCC5-C598-48AA-A562-6EB39C08FAD5}"/>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F098E1E3-3808-4BAD-9FD9-A0C8396020FD}"/>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3793490E-D957-4DDF-8E39-C7235E222AB7}"/>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9EED5ACF-E1BE-4A7D-A7E8-82AD04CA35F6}"/>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buNone/>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7ACE5995-46D0-42E5-88E1-69DADA1379D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buNone/>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59A04546-3D36-40E6-A18D-FDE0EC620AA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buNone/>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6583075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2026-09-18T12:32:34.0210000Z</dcterms:created>
  <dcterms:modified xsi:type="dcterms:W3CDTF">2026-09-18T12:32:34.0210000Z</dcterms:modified>
</coreProperties>
</file>