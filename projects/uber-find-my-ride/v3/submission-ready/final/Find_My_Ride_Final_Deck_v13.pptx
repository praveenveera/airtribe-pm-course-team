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5e5ca10131469c" /><Relationship Type="http://schemas.openxmlformats.org/officeDocument/2006/relationships/extended-properties" Target="/docProps/app.xml" Id="R3c496b3925784a7e" /><Relationship Type="http://schemas.openxmlformats.org/officeDocument/2006/relationships/officeDocument" Target="/ppt/presentation.xml" Id="Rd72c0f05d2b2485c" /></Relationships>
</file>

<file path=ppt/presentation.xml><?xml version="1.0" encoding="utf-8"?>
<p:presentation xmlns:p="http://schemas.openxmlformats.org/presentationml/2006/main">
  <p:sldMasterIdLst>
    <p:sldMasterId xmlns:r="http://schemas.openxmlformats.org/officeDocument/2006/relationships" id="2147483648" r:id="R020b81332f7f4c92"/>
  </p:sldMasterIdLst>
  <p:notesMasterIdLst>
    <p:notesMasterId xmlns:r="http://schemas.openxmlformats.org/officeDocument/2006/relationships" r:id="R891b921ab3ac47db"/>
  </p:notesMasterIdLst>
  <p:sldIdLst>
    <p:sldId xmlns:r="http://schemas.openxmlformats.org/officeDocument/2006/relationships" id="256" r:id="R26323494563e4e9e"/>
    <p:sldId xmlns:r="http://schemas.openxmlformats.org/officeDocument/2006/relationships" id="257" r:id="R3ac8771721304f97"/>
    <p:sldId xmlns:r="http://schemas.openxmlformats.org/officeDocument/2006/relationships" id="258" r:id="R7e55e516e6574ba0"/>
    <p:sldId xmlns:r="http://schemas.openxmlformats.org/officeDocument/2006/relationships" id="259" r:id="R5e68c9a8e6f348fa"/>
    <p:sldId xmlns:r="http://schemas.openxmlformats.org/officeDocument/2006/relationships" id="260" r:id="R6a193e0207424cc7"/>
    <p:sldId xmlns:r="http://schemas.openxmlformats.org/officeDocument/2006/relationships" id="261" r:id="Red181dc0a5b34e2f"/>
    <p:sldId xmlns:r="http://schemas.openxmlformats.org/officeDocument/2006/relationships" id="262" r:id="R1d8dfec2e3934d33"/>
    <p:sldId xmlns:r="http://schemas.openxmlformats.org/officeDocument/2006/relationships" id="263" r:id="R214efb9849b84c05"/>
    <p:sldId xmlns:r="http://schemas.openxmlformats.org/officeDocument/2006/relationships" id="264" r:id="Racad4457c95949c7"/>
    <p:sldId xmlns:r="http://schemas.openxmlformats.org/officeDocument/2006/relationships" id="265" r:id="Rd374b3da7eb646b2"/>
    <p:sldId xmlns:r="http://schemas.openxmlformats.org/officeDocument/2006/relationships" id="266" r:id="R32a0a47f3a89478c"/>
    <p:sldId xmlns:r="http://schemas.openxmlformats.org/officeDocument/2006/relationships" id="267" r:id="R40f64282a77441eb"/>
    <p:sldId xmlns:r="http://schemas.openxmlformats.org/officeDocument/2006/relationships" id="268" r:id="R508c7e469d5a4abf"/>
    <p:sldId xmlns:r="http://schemas.openxmlformats.org/officeDocument/2006/relationships" id="269" r:id="R1f5d0a7c05d3406b"/>
    <p:sldId xmlns:r="http://schemas.openxmlformats.org/officeDocument/2006/relationships" id="270" r:id="Rf93d4fbb0b264ee2"/>
    <p:sldId xmlns:r="http://schemas.openxmlformats.org/officeDocument/2006/relationships" id="271" r:id="Rd1438a3c262b4866"/>
    <p:sldId xmlns:r="http://schemas.openxmlformats.org/officeDocument/2006/relationships" id="272" r:id="R91f963d89621450b"/>
    <p:sldId xmlns:r="http://schemas.openxmlformats.org/officeDocument/2006/relationships" id="273" r:id="R65d97a34366b4a5e"/>
    <p:sldId xmlns:r="http://schemas.openxmlformats.org/officeDocument/2006/relationships" id="274" r:id="R704ec68fb4d142b2"/>
    <p:sldId xmlns:r="http://schemas.openxmlformats.org/officeDocument/2006/relationships" id="275" r:id="R13a729bb4a1247a9"/>
    <p:sldId xmlns:r="http://schemas.openxmlformats.org/officeDocument/2006/relationships" id="276" r:id="R4d3bdaafeb144d9e"/>
    <p:sldId xmlns:r="http://schemas.openxmlformats.org/officeDocument/2006/relationships" id="277" r:id="Re6d3a09373904c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49879a20a24d96" /><Relationship Type="http://schemas.openxmlformats.org/officeDocument/2006/relationships/slideMaster" Target="/ppt/slideMasters/slideMaster1.xml" Id="R020b81332f7f4c92" /><Relationship Type="http://schemas.openxmlformats.org/officeDocument/2006/relationships/notesMaster" Target="/ppt/notesMasters/notesMaster1.xml" Id="R891b921ab3ac47db" /><Relationship Type="http://schemas.openxmlformats.org/officeDocument/2006/relationships/presProps" Target="/ppt/presProps.xml" Id="Rdd26c5fb7fc241fb" /><Relationship Type="http://schemas.openxmlformats.org/officeDocument/2006/relationships/tableStyles" Target="/ppt/tableStyles.xml" Id="R6779c1ab69d64181" /><Relationship Type="http://schemas.openxmlformats.org/officeDocument/2006/relationships/slide" Target="/ppt/slides/slide1.xml" Id="R26323494563e4e9e" /><Relationship Type="http://schemas.openxmlformats.org/officeDocument/2006/relationships/slide" Target="/ppt/slides/slide2.xml" Id="R3ac8771721304f97" /><Relationship Type="http://schemas.openxmlformats.org/officeDocument/2006/relationships/slide" Target="/ppt/slides/slide3.xml" Id="R7e55e516e6574ba0" /><Relationship Type="http://schemas.openxmlformats.org/officeDocument/2006/relationships/slide" Target="/ppt/slides/slide4.xml" Id="R5e68c9a8e6f348fa" /><Relationship Type="http://schemas.openxmlformats.org/officeDocument/2006/relationships/slide" Target="/ppt/slides/slide5.xml" Id="R6a193e0207424cc7" /><Relationship Type="http://schemas.openxmlformats.org/officeDocument/2006/relationships/slide" Target="/ppt/slides/slide6.xml" Id="Red181dc0a5b34e2f" /><Relationship Type="http://schemas.openxmlformats.org/officeDocument/2006/relationships/slide" Target="/ppt/slides/slide7.xml" Id="R1d8dfec2e3934d33" /><Relationship Type="http://schemas.openxmlformats.org/officeDocument/2006/relationships/slide" Target="/ppt/slides/slide8.xml" Id="R214efb9849b84c05" /><Relationship Type="http://schemas.openxmlformats.org/officeDocument/2006/relationships/slide" Target="/ppt/slides/slide9.xml" Id="Racad4457c95949c7" /><Relationship Type="http://schemas.openxmlformats.org/officeDocument/2006/relationships/slide" Target="/ppt/slides/slide10.xml" Id="Rd374b3da7eb646b2" /><Relationship Type="http://schemas.openxmlformats.org/officeDocument/2006/relationships/slide" Target="/ppt/slides/slide11.xml" Id="R32a0a47f3a89478c" /><Relationship Type="http://schemas.openxmlformats.org/officeDocument/2006/relationships/slide" Target="/ppt/slides/slide12.xml" Id="R40f64282a77441eb" /><Relationship Type="http://schemas.openxmlformats.org/officeDocument/2006/relationships/slide" Target="/ppt/slides/slide13.xml" Id="R508c7e469d5a4abf" /><Relationship Type="http://schemas.openxmlformats.org/officeDocument/2006/relationships/slide" Target="/ppt/slides/slide14.xml" Id="R1f5d0a7c05d3406b" /><Relationship Type="http://schemas.openxmlformats.org/officeDocument/2006/relationships/slide" Target="/ppt/slides/slide15.xml" Id="Rf93d4fbb0b264ee2" /><Relationship Type="http://schemas.openxmlformats.org/officeDocument/2006/relationships/slide" Target="/ppt/slides/slide16.xml" Id="Rd1438a3c262b4866" /><Relationship Type="http://schemas.openxmlformats.org/officeDocument/2006/relationships/slide" Target="/ppt/slides/slide17.xml" Id="R91f963d89621450b" /><Relationship Type="http://schemas.openxmlformats.org/officeDocument/2006/relationships/slide" Target="/ppt/slides/slide18.xml" Id="R65d97a34366b4a5e" /><Relationship Type="http://schemas.openxmlformats.org/officeDocument/2006/relationships/slide" Target="/ppt/slides/slide19.xml" Id="R704ec68fb4d142b2" /><Relationship Type="http://schemas.openxmlformats.org/officeDocument/2006/relationships/slide" Target="/ppt/slides/slide20.xml" Id="R13a729bb4a1247a9" /><Relationship Type="http://schemas.openxmlformats.org/officeDocument/2006/relationships/slide" Target="/ppt/slides/slide21.xml" Id="R4d3bdaafeb144d9e" /><Relationship Type="http://schemas.openxmlformats.org/officeDocument/2006/relationships/slide" Target="/ppt/slides/slide22.xml" Id="Re6d3a09373904c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f2d173d91744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5414db5a7b4fd4" /><Relationship Type="http://schemas.openxmlformats.org/officeDocument/2006/relationships/notesMaster" Target="/ppt/notesMasters/notesMaster1.xml" Id="R8ff1128f018b40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97bdecdbdb4304" /><Relationship Type="http://schemas.openxmlformats.org/officeDocument/2006/relationships/notesMaster" Target="/ppt/notesMasters/notesMaster1.xml" Id="Rf4d69fd2404440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3d62473932401f" /><Relationship Type="http://schemas.openxmlformats.org/officeDocument/2006/relationships/notesMaster" Target="/ppt/notesMasters/notesMaster1.xml" Id="R55df80cb176241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d57675afc94635" /><Relationship Type="http://schemas.openxmlformats.org/officeDocument/2006/relationships/notesMaster" Target="/ppt/notesMasters/notesMaster1.xml" Id="R2466f225a3f94c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669eabb56a4826" /><Relationship Type="http://schemas.openxmlformats.org/officeDocument/2006/relationships/notesMaster" Target="/ppt/notesMasters/notesMaster1.xml" Id="R646e056d3ca543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8187d615104e9c" /><Relationship Type="http://schemas.openxmlformats.org/officeDocument/2006/relationships/notesMaster" Target="/ppt/notesMasters/notesMaster1.xml" Id="R7c1a573c181042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53ce5ed2834667" /><Relationship Type="http://schemas.openxmlformats.org/officeDocument/2006/relationships/notesMaster" Target="/ppt/notesMasters/notesMaster1.xml" Id="R9f64ee7e131144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48169eeeb64b5b" /><Relationship Type="http://schemas.openxmlformats.org/officeDocument/2006/relationships/notesMaster" Target="/ppt/notesMasters/notesMaster1.xml" Id="Rf08e05a2f2ff49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4d7906771d420c" /><Relationship Type="http://schemas.openxmlformats.org/officeDocument/2006/relationships/notesMaster" Target="/ppt/notesMasters/notesMaster1.xml" Id="R3e56f0e323d645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d49b2d484543b9" /><Relationship Type="http://schemas.openxmlformats.org/officeDocument/2006/relationships/notesMaster" Target="/ppt/notesMasters/notesMaster1.xml" Id="R82756a0ae9dd44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5cc1d04d194efc" /><Relationship Type="http://schemas.openxmlformats.org/officeDocument/2006/relationships/notesMaster" Target="/ppt/notesMasters/notesMaster1.xml" Id="R867a76c2859746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68b02b4c344065" /><Relationship Type="http://schemas.openxmlformats.org/officeDocument/2006/relationships/notesMaster" Target="/ppt/notesMasters/notesMaster1.xml" Id="Ref2283bd65d54c2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b90262dc9040a7" /><Relationship Type="http://schemas.openxmlformats.org/officeDocument/2006/relationships/notesMaster" Target="/ppt/notesMasters/notesMaster1.xml" Id="Rb946a0b3846840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b8914680314cac" /><Relationship Type="http://schemas.openxmlformats.org/officeDocument/2006/relationships/notesMaster" Target="/ppt/notesMasters/notesMaster1.xml" Id="R886ff0109edb4c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e5f6071cbb45d4" /><Relationship Type="http://schemas.openxmlformats.org/officeDocument/2006/relationships/notesMaster" Target="/ppt/notesMasters/notesMaster1.xml" Id="Rbd3b3d2e89b044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f5e4eecba4465f" /><Relationship Type="http://schemas.openxmlformats.org/officeDocument/2006/relationships/notesMaster" Target="/ppt/notesMasters/notesMaster1.xml" Id="Rb7c5247f346640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b53675ab984d0a" /><Relationship Type="http://schemas.openxmlformats.org/officeDocument/2006/relationships/notesMaster" Target="/ppt/notesMasters/notesMaster1.xml" Id="R8b3bcacf9457413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57229dbf364307" /><Relationship Type="http://schemas.openxmlformats.org/officeDocument/2006/relationships/notesMaster" Target="/ppt/notesMasters/notesMaster1.xml" Id="R0996102892be4ec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d2b9d3170ac4ed3" /><Relationship Type="http://schemas.openxmlformats.org/officeDocument/2006/relationships/notesMaster" Target="/ppt/notesMasters/notesMaster1.xml" Id="R8d1f18797a40482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b98a6ec99b4e84" /><Relationship Type="http://schemas.openxmlformats.org/officeDocument/2006/relationships/notesMaster" Target="/ppt/notesMasters/notesMaster1.xml" Id="Ra8eb1c9ea68d4ea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b2e1c287b27488f" /><Relationship Type="http://schemas.openxmlformats.org/officeDocument/2006/relationships/notesMaster" Target="/ppt/notesMasters/notesMaster1.xml" Id="Rb586689cb6e14a3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cbd419485b4217" /><Relationship Type="http://schemas.openxmlformats.org/officeDocument/2006/relationships/notesMaster" Target="/ppt/notesMasters/notesMaster1.xml" Id="Rc6d69607355e43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a stressful moment after booking. The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three languages, with separate questions for riders and drivers.</a:t>
            </a:r>
          </a:p>
          <a:p xmlns:a="http://schemas.openxmlformats.org/drawingml/2006/main">
            <a:r>
              <a:t/>
            </a:r>
          </a:p>
          <a:p xmlns:a="http://schemas.openxmlformats.org/drawingml/2006/main">
            <a:r>
              <a:t>After removing one duplicate, I had sixty-two responses. Fifty-eight were riders and four were drivers. Thirty people wrote answers, and eleven shared detailed experiences. The survey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Others use meeting points, pickup notes, pictures, and access information.</a:t>
            </a:r>
          </a:p>
          <a:p xmlns:a="http://schemas.openxmlformats.org/drawingml/2006/main">
            <a:r>
              <a:t/>
            </a:r>
          </a:p>
          <a:p xmlns:a="http://schemas.openxmlformats.org/drawingml/2006/main">
            <a:r>
              <a:t>These examples show possible approaches, but they do not prove local demand. The opportunity is to improve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a:t>
            </a:r>
          </a:p>
          <a:p xmlns:a="http://schemas.openxmlformats.org/drawingml/2006/main">
            <a:r>
              <a:t/>
            </a:r>
          </a:p>
          <a:p xmlns:a="http://schemas.openxmlformats.org/drawingml/2006/main">
            <a:r>
              <a:t>The survey points to airports, gated communities, malls, offices, and stations. Location matters more than age or income.</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solve it today.</a:t>
            </a:r>
          </a:p>
          <a:p xmlns:a="http://schemas.openxmlformats.org/drawingml/2006/main">
            <a:r>
              <a:t/>
            </a:r>
          </a:p>
          <a:p xmlns:a="http://schemas.openxmlformats.org/drawingml/2006/main">
            <a:r>
              <a:t>The problem statement is simple. At complex locations, the map pin may show the right area, but the rider and driver still lack one clear meeting place. This causes calls, waiting, movement, and delay.</a:t>
            </a:r>
          </a:p>
          <a:p xmlns:a="http://schemas.openxmlformats.org/drawingml/2006/main">
            <a:r>
              <a:t/>
            </a:r>
          </a:p>
          <a:p xmlns:a="http://schemas.openxmlformats.org/drawingml/2006/main">
            <a:r>
              <a:t>The rider is the main user, and the driver is also affected. Success means fewer calls and a faster trip start. The appendix shows how I checked this frame before choosing a feature.</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the problem before. Twenty said calling or messaging helped, while six said nothing helped. These numbers describe this sample only. They do not represent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their evidence.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final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 so normal pickups stay quick.</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we should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checks whether the project defined a real user problem before choosing a feature. The frame is specific: complex-location riders and their drivers lack one clear meeting point even when the pin shows the general area. The survey supports the pain and recovery behavior, but validation remains directional because there were no moderated interviews, only four driver responses, and no reliable pickup event data.</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a:p xmlns:a="http://schemas.openxmlformats.org/drawingml/2006/main">
            <a:r>
              <a:t>Local evidence: Sanitized-Survey-Evidence.xlsx,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1615198c1d4f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c3efc8a9b84d90" /><Relationship Type="http://schemas.openxmlformats.org/officeDocument/2006/relationships/slideLayout" Target="/ppt/slideLayouts/slideLayout1.xml" Id="R6cb2b35731734d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b2b35731734d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ed5b5e854e4167" /><Relationship Type="http://schemas.openxmlformats.org/officeDocument/2006/relationships/notesSlide" Target="/ppt/notesSlides/notesSlide1.xml" Id="Rcc6362615c454a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849f4a60a943ea" /><Relationship Type="http://schemas.openxmlformats.org/officeDocument/2006/relationships/image" Target="/ppt/media/image.png" Id="Ra77591b81b884ba0" /><Relationship Type="http://schemas.openxmlformats.org/officeDocument/2006/relationships/hyperlink" Target="https://praveenveera.github.io/uber-pickup-survey/" TargetMode="External" Id="R73c07501f5b64ee1" /><Relationship Type="http://schemas.openxmlformats.org/officeDocument/2006/relationships/notesSlide" Target="/ppt/notesSlides/notesSlide2.xml" Id="R31513050736341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44912498be485c" /><Relationship Type="http://schemas.openxmlformats.org/officeDocument/2006/relationships/notesSlide" Target="/ppt/notesSlides/notesSlide3.xml" Id="Re3c3731fb8b64d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d80f963a0f469f" /><Relationship Type="http://schemas.openxmlformats.org/officeDocument/2006/relationships/notesSlide" Target="/ppt/notesSlides/notesSlide4.xml" Id="R5fdd5eb7626f46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e02625ad414ec4" /><Relationship Type="http://schemas.openxmlformats.org/officeDocument/2006/relationships/notesSlide" Target="/ppt/notesSlides/notesSlide5.xml" Id="R422378ed81cc4d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f60a24013542e2" /><Relationship Type="http://schemas.openxmlformats.org/officeDocument/2006/relationships/notesSlide" Target="/ppt/notesSlides/notesSlide6.xml" Id="R392d7fa9b1914b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fd23b0fa0184085" /><Relationship Type="http://schemas.openxmlformats.org/officeDocument/2006/relationships/notesSlide" Target="/ppt/notesSlides/notesSlide7.xml" Id="R7ab25b0107734c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39caea844d4107" /><Relationship Type="http://schemas.openxmlformats.org/officeDocument/2006/relationships/notesSlide" Target="/ppt/notesSlides/notesSlide8.xml" Id="Rfcab803202a84d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2c69bbdda5483b" /><Relationship Type="http://schemas.openxmlformats.org/officeDocument/2006/relationships/notesSlide" Target="/ppt/notesSlides/notesSlide9.xml" Id="R34d9fef0ccc94e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8520b2d83442fe" /><Relationship Type="http://schemas.openxmlformats.org/officeDocument/2006/relationships/notesSlide" Target="/ppt/notesSlides/notesSlide10.xml" Id="R53900b5453394a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f71741989c24462" /><Relationship Type="http://schemas.openxmlformats.org/officeDocument/2006/relationships/notesSlide" Target="/ppt/notesSlides/notesSlide11.xml" Id="R0e8561d60e1942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5621d7e9d84928" /><Relationship Type="http://schemas.openxmlformats.org/officeDocument/2006/relationships/notesSlide" Target="/ppt/notesSlides/notesSlide12.xml" Id="Rf3745983f77e49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97a61b68d9141c4" /><Relationship Type="http://schemas.openxmlformats.org/officeDocument/2006/relationships/notesSlide" Target="/ppt/notesSlides/notesSlide13.xml" Id="R514c83d3f1984cb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50a20dc525246d6" /><Relationship Type="http://schemas.openxmlformats.org/officeDocument/2006/relationships/image" Target="/ppt/media/image2.png" Id="Rb9bb9db9e95e4082" /><Relationship Type="http://schemas.openxmlformats.org/officeDocument/2006/relationships/image" Target="/ppt/media/image3.png" Id="R6b68776293494a85" /><Relationship Type="http://schemas.openxmlformats.org/officeDocument/2006/relationships/notesSlide" Target="/ppt/notesSlides/notesSlide14.xml" Id="Raa23674ed4c642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024f76c5eb54884" /><Relationship Type="http://schemas.openxmlformats.org/officeDocument/2006/relationships/notesSlide" Target="/ppt/notesSlides/notesSlide15.xml" Id="Rf3d2ef7f81ef493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0b3ab4037694ed6" /><Relationship Type="http://schemas.openxmlformats.org/officeDocument/2006/relationships/notesSlide" Target="/ppt/notesSlides/notesSlide16.xml" Id="R3341aa579e5146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833543779374260" /><Relationship Type="http://schemas.openxmlformats.org/officeDocument/2006/relationships/notesSlide" Target="/ppt/notesSlides/notesSlide17.xml" Id="R787cacc128d44bd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1f9abcae7b44fd0" /><Relationship Type="http://schemas.openxmlformats.org/officeDocument/2006/relationships/notesSlide" Target="/ppt/notesSlides/notesSlide18.xml" Id="R6a6ae94c1d644ab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120960ff7f34c81" /><Relationship Type="http://schemas.openxmlformats.org/officeDocument/2006/relationships/notesSlide" Target="/ppt/notesSlides/notesSlide19.xml" Id="Rb1a3638e860e4c6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7982e25c71b4232" /><Relationship Type="http://schemas.openxmlformats.org/officeDocument/2006/relationships/notesSlide" Target="/ppt/notesSlides/notesSlide20.xml" Id="R39579d2965ed4e7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b3077f1d51f447f" /><Relationship Type="http://schemas.openxmlformats.org/officeDocument/2006/relationships/notesSlide" Target="/ppt/notesSlides/notesSlide21.xml" Id="Re817f8de5eb847e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2ed6a35d6aa49db" /><Relationship Type="http://schemas.openxmlformats.org/officeDocument/2006/relationships/notesSlide" Target="/ppt/notesSlides/notesSlide22.xml" Id="R704b5fd291b24cad"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4A59F76-03CF-44C4-9EBC-63A686FA2139}"/>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A61FF0E6-E7F4-4C9C-82DB-46C12954860A}"/>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4315F576-D313-471F-8FB4-1ED316917E02}"/>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7B18EACF-C53B-4496-9B38-0CDDBD112A29}"/>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045B92-E371-43E8-BD95-330AE1DCE132}"/>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92F6BAE3-39C9-403B-85C2-F6E200718904}"/>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287E7B32-EC65-49B6-84C8-760284DD3F77}"/>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0960BBE-B74B-4ECF-94DB-8BE60F31B07C}"/>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601D9F3B-2A84-4C5D-8343-51E5D0AFA67E}"/>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A41ADB9D-7AE3-4496-BC08-0A3E28C3022B}"/>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886733-221F-42A3-ABA0-7C5BB78802D5}"/>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9992AF4F-B745-4079-AD90-7B66124CC99C}"/>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2BF043DA-1F67-4B7F-84DD-1F2BA61E0FE8}"/>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449E86-6092-457C-B926-5663348C505F}"/>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086EAE4A-87F1-4474-A3E8-2E497B43476B}"/>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1270E281-54E4-419C-A8EA-FE0A361BEFD6}"/>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642552739"/>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39A0DE7-C2D2-4BB1-85A2-AB83395BA2C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689775B9-A1B2-4AD2-A4DE-A9E5C01AE249}"/>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F22B79E8-7C62-492B-BCE7-39F3BD3F47F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C9EFE464-8375-4BBF-9ADC-DF60CD823C7B}"/>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C5986B67-D4B6-42FD-A34A-CEBCF2E5B469}"/>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713C472D-59E0-477D-89A1-0593A19C162F}"/>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865F06C1-15F4-4AAE-854D-7F6479D1C9AA}"/>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746C0F1E-00B6-4FB6-9C2A-14BA4263FD0A}"/>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EF91ADB2-B837-44CB-B5F1-99B78743FA97}"/>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E148AF91-5B5B-41A2-A267-A6A2F20F8F4A}"/>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A4CAF77B-C839-4AE5-8DA2-D5731B9B9A4F}"/>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7FD2743D-5D80-4EEC-A999-F72573CDDAAE}"/>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5C6BB3CE-EB3D-42C8-9BFF-EB8F2EB0418A}"/>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A6A4E4EF-90A3-4CA0-8540-C4B5855EB3B8}"/>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77591b81b884ba0"/>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53DC8F1F-D7FC-4CFD-A7FA-8507942F6EE1}"/>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73c07501f5b64ee1"/>
              </a:rPr>
              <a:t>https://praveenveera.github.io/uber-pickup-survey/</a:t>
            </a:r>
          </a:p>
        </p:txBody>
      </p:sp>
      <p:sp>
        <p:nvSpPr>
          <p:cNvPr id="17" name="">
            <a:extLst xmlns:a="http://schemas.openxmlformats.org/drawingml/2006/main">
              <a:ext uri="{FF2B5EF4-FFF2-40B4-BE49-F238E27FC236}">
                <a16:creationId xmlns:a16="http://schemas.microsoft.com/office/drawing/2014/main" id="{69A1B6A1-24CF-40EF-B317-84068D35ECA8}"/>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6130F5AB-15F0-477B-9249-E960B21CF8F1}"/>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F22F8EFF-40CB-4C01-A11B-A7C14AD8DCF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B227289C-2DF1-426C-865F-4E230220CFE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345877132"/>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16FBA15-D67F-46C2-8589-92852AD0D9B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95463CC5-3FFF-41BD-A3C5-E05874B1B07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4D4D6695-6F64-4AF8-A304-93A4F793A5F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6EDF7C58-36D5-499F-9BEC-1B6B5A9C78FF}"/>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39C142B4-C72E-46AD-8537-2F46D3D2215A}"/>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6CEF02A3-2A13-4335-A4C8-88C4814B0728}"/>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C9C12E73-7258-430D-8E82-2232B9CF71F1}"/>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A2BF68EC-BC41-4ADB-91B7-4383A8F78151}"/>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CD1A4B05-E431-47DE-971D-5CD7190C9735}"/>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264A95A1-293A-4335-B952-D06BD074109A}"/>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8A46943E-2D2F-41C1-AD89-906DDD4FC755}"/>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B7C4F0F5-E6CE-47B5-B426-A81DCA02102A}"/>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06BD32AD-5E15-4E32-856A-53AF803C6A04}"/>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6AC4D45-1D0A-4882-AC6A-764CEB92B517}"/>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736329C6-05B1-4017-983C-6B997DEDE029}"/>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B0CD4CD1-34D4-40F6-A30A-9CCAD24A32FE}"/>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73C4BE1-94B0-4B47-9D34-CA31BB408D9B}"/>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6F99BBDC-4F91-48EC-93F8-738E06FAAC1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D7C79760-C401-44A4-8FD1-13E366140AA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305617102"/>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4581467-2C6B-4DB6-937E-E062296D3B8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9FC5A242-61AE-417A-924B-9442FBBE17E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838F61C3-D0A2-4484-BD43-B48B84A1A656}"/>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B3D7422B-A6E3-49B2-BF55-73C1355CE412}"/>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EB2177CC-5295-435D-8122-4DBAE22F5DC9}"/>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9D85FB89-028A-404F-B1C4-7D23F1816FC9}"/>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E0609D40-AB85-4B29-A67A-596C0FE4D0D6}"/>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6986C579-90B6-4904-89A4-DD7F92B26522}"/>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95120A09-411F-4A6F-BE81-523801907983}"/>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32A0DB8B-74DA-49E9-9C94-5D5044877A39}"/>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F438A65E-633B-4370-A260-56DA57C0D411}"/>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A9713066-B8E1-4F52-B8EB-39E0201B68CC}"/>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1B0BBD5C-81E2-44B0-97FF-E890CBD6EA59}"/>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49CFB6-DF41-4153-9070-7425114C3F07}"/>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A732151B-D0FA-4F89-A644-7EB275F9753B}"/>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9F9A7455-B08A-48D7-A8C8-291EF03E679A}"/>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D71B1F2-C468-43C6-B37B-791D0749C538}"/>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3CDFE82D-D6E6-400B-B061-0FEC975B827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27371931-497C-4E9C-AD54-D75C373C944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947385469"/>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279C2FE-F625-4A2D-BAC1-F5D6B4B99C0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CFE38259-ED58-4794-ABFC-D4EE131DF94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DDE69510-8217-4293-9627-61B3C4123535}"/>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77FC7E0D-3E25-411E-A44E-40B10EC7904C}"/>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DD33F76-A1BA-4214-9708-0241120A8BC7}"/>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F6199179-8383-4153-A186-E42B8035A8B5}"/>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E0094A17-EA0B-4C1A-8BB1-2DBB04CD7B82}"/>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164657E8-3AAF-4A40-B9AE-5EE13C024AF1}"/>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89458248-3F09-4773-89F9-EF4DFE54CA1A}"/>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D8451676-05B0-497C-AE39-3C36C6958845}"/>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34E1E034-4E9C-4419-B449-207FF99D9763}"/>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08801B29-4377-4326-AC2E-494679F36FF4}"/>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442F3C5-2D7B-4A99-99A6-BBC186F161AF}"/>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19640701-7BD5-4321-806F-AC4730700DC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EAE92C04-5131-4852-8469-447EE57E5B7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348688508"/>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AFEC54-A359-45E7-932C-CA530692FF6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5698F838-9645-4B71-903B-40AD1F590BA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06440EC9-07E8-4767-BC9E-6C2ABA96A8C8}"/>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C60F3EE6-5623-4221-B122-CD73C3663F21}"/>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DD0970F5-DAEA-49D8-B5A2-25561D3E0455}"/>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2070CDF-4F92-4AA1-8E4E-51E6FE0093E9}"/>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41BD41FF-8166-45EE-9BE7-DBB8898BD70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A34AF812-5B8B-41E8-8004-51A56B1C45C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88103507"/>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DDDD741-B8BA-4029-A161-1E64E6767E0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CBE9A5A3-0EF1-4BC7-9A58-7B38301F1519}"/>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DD128C0B-C055-4D51-A00D-0C819A0C1960}"/>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2CBA549B-ACC9-43CD-A730-E7DDAF38F46F}"/>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2F71B8-0AF7-4C88-8863-AA5C9BC7ABE4}"/>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D10810D1-22AC-4F3D-8FEB-1CE7B564828A}"/>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A2D52EE2-6AE3-40F4-9135-DD0F725F56F9}"/>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DC0837-AD6E-4278-B91D-A32CB7C60C22}"/>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6F98108F-947A-42B2-9E0E-68733E3ECEF3}"/>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B5F3CC39-8CC0-4CC5-9534-7E55BB770485}"/>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5119E52-D847-4F63-B8F3-F06CE462E720}"/>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BC07CEEB-04FD-4AC5-B460-AEEDA0951D51}"/>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C4AC67BC-B37E-4C0F-AAEB-AC4475117FEF}"/>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F4A3511-CFAE-4FEA-95E5-6DA1A28C9B5D}"/>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05CBB603-7823-40DD-A289-8BED174EC265}"/>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2A5E2FC8-4451-4BA1-9EC6-D0EBF737ACED}"/>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508DEC6-2B1E-4F24-980A-506E91F610E7}"/>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22D71E35-6423-4A13-96E2-0BAF29D4BCD1}"/>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2D879C51-67A6-4A18-AD12-D89FFE474607}"/>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E6EBB9B-F090-47C7-85F5-DE5580A221D9}"/>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E1E6D89A-91A6-443A-A230-D4EF39CF5E5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4234073A-DB7E-4C90-A52E-C3BBCD34B69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1315123903"/>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47C7DE22-C230-4848-ADDD-1491B9C6691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8B9E962B-E0C7-407D-936C-1F992D174C6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21F465E1-1C1C-4823-B7BB-3BEDEC6A347A}"/>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E2246E03-DB2B-450E-BEB2-F05A86F9AE28}"/>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885A5B34-5F7A-4789-81BE-5A43B8319D2C}"/>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2C8DC2E7-B376-4ECE-8125-DA38E9E71D48}"/>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019432D-3102-4F6B-B72B-0E55156E33F0}"/>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928F32D-39A6-4E3E-958F-89F319BC0FB7}"/>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BDE2F47C-3778-4EF5-AB28-9C116146FE5B}"/>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6451231C-1589-419A-9A5A-CBD77083460B}"/>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90A62AA-679C-43C7-89B4-7B361A53A581}"/>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629C769-F8DB-4B8D-9DC4-06ABFC7CC7E7}"/>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FFFA501A-A379-4E88-BD0D-25FF5C856A26}"/>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B4DF7ACC-3F94-4F4D-A1AA-97FCEF37B359}"/>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B44F6DA-DAF6-44B0-9AED-17426540C757}"/>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71A6D4A-C4DB-4BD9-A093-6DCD18C4E424}"/>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09AB7EB3-3C49-4CCB-BDF3-2E1A17874F50}"/>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E56B6744-725F-4A49-9287-78D6015BD9AB}"/>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B8BF57F-9B6B-40B2-A76E-1DDBED1E3746}"/>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A683D7E-ABD3-433C-A4E2-87B38B170E7E}"/>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B8CDF92C-AAE5-4D64-962E-B7752023FFFF}"/>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8115E8F2-0B5A-4F32-8163-377A7BA63799}"/>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7A0A77F-B09D-4E97-BF67-701CD241D3E2}"/>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FFFD26F-3FD4-4C2C-8636-B953F6CBABC7}"/>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5840437D-28DF-43D3-A4CD-833A2682EE34}"/>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F5B259B8-2D40-4ED6-8FDE-5033143312A0}"/>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CBB471D-FE4C-4E77-A69E-4019950EEEBE}"/>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8B164D6-1794-49C0-8DDE-75B9A17FEE99}"/>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29B3FE1B-C4C1-4A3C-ACB6-175208E2CDF4}"/>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AEF41637-7D2A-41EA-8A11-A5C438C7BA45}"/>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FA8DBD32-C47F-4499-A894-D3174453A971}"/>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90E461F-EF69-484F-A858-D362161292E1}"/>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83B6021-1B37-4D21-AB84-A4E54C557E03}"/>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253D6F60-4755-4DE7-AA23-6B9F81E808D0}"/>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E60C8CD8-14E5-4220-9B21-02E726EB3222}"/>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AECA03D-7816-45D6-8F47-82931E441E0A}"/>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B1FC9D9-6F1E-480E-893A-3919D0659B1D}"/>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47869456-7589-4D0A-9311-C9727C8FA6DE}"/>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ACF54F2F-1964-493A-9F87-111803108646}"/>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C688E5F-709E-4F41-B02B-0710CFCBB178}"/>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35B30BC-98C1-49E8-BE5B-91B8B033500C}"/>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F2AB48C2-034E-41DF-9868-8CE3224EB434}"/>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B337DACE-BF4C-472E-AFA2-1FEE83EE3176}"/>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EBB015F-E1F1-4684-B654-BB5C0D4476D9}"/>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33B621DE-BB6F-414B-92DF-4DF227D928DC}"/>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842E777A-4E1E-4571-BE23-E14D27A08996}"/>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4A93850D-72D8-450F-BE65-179BAECEE655}"/>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E462E52-2421-4033-9692-A3FBD3028720}"/>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D4B3FB0-581D-4F51-9611-F44FB5B6B7FF}"/>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E2F4C09B-6748-4F46-B11B-C567976665A3}"/>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6CC506A0-878D-4406-9689-30681E5BE516}"/>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346AF6D8-B5F9-4693-BF66-2ABFDE33A812}"/>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0A3BC91C-FDE0-402D-9853-9801880629EB}"/>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8CA9E6B7-42C4-461E-9DFC-2348CD8A211D}"/>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8DA2CF8E-6B6E-46A0-8935-16E6EF4BD1F1}"/>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71130B0F-22D8-4131-A7C3-54E98BC491A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9B06847F-7D5F-44D9-A879-DD8CD49DE42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002924257"/>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F0F2117-3272-4CC8-9381-A35D08C0BE5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6373FFC1-967F-4F74-B1BF-598AE8F6E95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81DC1504-EA53-4A94-BE83-8CC59334B42E}"/>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B6136F-C0DF-4854-ABE4-8A13073C5B72}"/>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A2B66A28-9F35-4BE0-865D-B3FEBCAD45EA}"/>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2340455F-3534-4824-B410-E4C625ECD4D4}"/>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DD741D35-3B8A-4012-AC00-6C90358B1BFF}"/>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D3514535-C7A2-4841-A420-0663633956FF}"/>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C0DB01A1-767A-493B-9CF6-72686D53E6B0}"/>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02684791-D684-450A-B66C-63F2185E038D}"/>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455F81F7-965F-44BD-AD35-D4DFDA35D809}"/>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960EEFE3-8B57-463E-AF40-DF18C8811DB2}"/>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7A637189-31AC-4E97-821E-F8B9AB332F9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ED79B127-6272-4FB8-9612-EF2A2F24121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217741554"/>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4626729-3265-4803-AF03-2F9693675B4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0067DAF1-6700-482B-B312-605E54C07709}"/>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5E28C75E-6699-4CCE-9164-E0F5966A7315}"/>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611A1F80-11F1-4544-B202-D0D9DA8877A2}"/>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2884886-BE68-435C-A222-6DB5D44F8866}"/>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7E5AAEAF-3BE4-431D-BB69-DCAAD68CDA97}"/>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DADE7CEE-6E22-4203-82BB-86BFF7B5C67D}"/>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E12CE39-9FD1-42AD-B122-2C582E7F9030}"/>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6AF34672-4AB0-4662-931F-45B5F41D1E42}"/>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A7218F91-9AEA-43BA-A1E5-5358C55CF085}"/>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EC14854F-5148-4C6B-BD7B-826F8F8A8E91}"/>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FB44AE4E-A0F5-4E92-A29D-B28F0449E362}"/>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AA7C41B4-A0C6-4B3B-838B-193E08AEB0CA}"/>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8A58518B-CDDE-45B2-A2CF-39A222887B44}"/>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5649111C-7AFC-4782-B20A-CBA43FE41E11}"/>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A501290E-6E82-4A91-8E7A-16F90D126ABB}"/>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9F47BA1-8452-4A4D-BFB6-91CF7D3614D0}"/>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8A43DD55-37F1-4B59-8724-0221773B98B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998ED763-362E-4589-88FE-27DAFD927A2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1498143452"/>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7E7BA84-9FEC-42FA-9B71-BDF646D5723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7CD4E84D-310C-4837-90A7-FEB81F2D0D8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7A795FED-11E9-4C27-B6D1-F619D3A9E2F4}"/>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AAD2FB23-954B-423A-AAF2-DBF78D0A0D03}"/>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F1FB1954-39E7-4C45-8154-A28C40D0EAFF}"/>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9AD06529-5AA0-4201-A2D2-E8C57145FF26}"/>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874C53CA-F5BE-486E-9AD2-DDE2CEF2BDC9}"/>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E95C283A-8AB3-4671-B26E-62075D64A135}"/>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D9EDB028-9A4A-40B0-9FB3-12B6CE35D22C}"/>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26BEA1-771A-44E5-BE77-3693195936EA}"/>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1531E7C5-64D9-48C5-954A-9490AE33BA2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06127690-D3AD-4B11-AA0B-888F382ECC8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31326888"/>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C32477E-8E7F-497A-A95E-E310E75D44E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C730A1FF-38CE-413D-88E5-47C80A34377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5857485A-E671-4C3F-AEC5-AA25AFFEB7F6}"/>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965A9A-43B7-4640-A003-611701A7B95B}"/>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7FFDD0CE-5EA0-4D5E-A0D2-EE8FE9E8CDED}"/>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C927E187-1BF2-448A-8B1E-392CFC14F047}"/>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F0A6579E-31F8-4209-9527-5E0BF12FFCFC}"/>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585C4595-BD8E-4A3D-A3CB-FD4E66953F51}"/>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53F7CF76-5D2B-4722-A48A-60AEEE29C7C0}"/>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8BB3D068-729F-49DD-9E47-C8F9A78AA790}"/>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0ED8D974-5AEB-4379-ACAB-235BC2C57367}"/>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1387E3F6-ADFD-4527-8CFD-129E0CE3ACF4}"/>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9D429C2C-4CD5-4E29-B7AD-F66DF8769113}"/>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084D973A-9609-49DE-BB74-AE9841E8FF2B}"/>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AECF9FDD-5688-4829-9105-B272362A313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7C9DFF9B-B9B3-4C2E-8E88-EC8513B7DFF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935321821"/>
      </p:ext>
    </p:extLst>
  </p:cSld>
</p:sld>
</file>

<file path=ppt/slides/slide13.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D5CB17E-1C8A-4947-BED4-03D50B5E2447}"/>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87CC8B8D-0098-4307-A6EE-443D6F11D8ED}"/>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C7EC1B2A-8009-49B6-950F-7DE3F409950F}"/>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018DB9DE-1A94-4612-8C61-FDDA1048080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FF8C7EB9-1497-4559-AADE-83AA8249CAE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960301342"/>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4F1B0F-2389-4A27-9EC8-FFC5B29A325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0181FE27-4CCD-43BE-ABE4-619191EE4B9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A6B244BF-B298-4CE2-9ED5-02766BCD04CB}"/>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14D46743-F400-47C9-8201-28CF2622E387}"/>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9bb9db9e95e4082"/>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1E5150-C460-4043-BF21-FD08742AC6DB}"/>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b68776293494a85"/>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D7599BC-9FD2-425A-85B2-4F6ED47A422C}"/>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B9D2DFC5-0237-4B04-8422-A563CE1F710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81EA24E5-5110-4D99-989B-0B8973F084F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2027899115"/>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DA757536-A353-45E0-947B-09E2CF433F9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FE6D9D42-EFDC-43FC-B7B2-863FC4AC790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Current problem frame and validation status</a:t>
            </a:r>
          </a:p>
        </p:txBody>
      </p:sp>
      <p:sp>
        <p:nvSpPr>
          <p:cNvPr id="3" name="">
            <a:extLst xmlns:a="http://schemas.openxmlformats.org/drawingml/2006/main">
              <a:ext uri="{FF2B5EF4-FFF2-40B4-BE49-F238E27FC236}">
                <a16:creationId xmlns:a16="http://schemas.microsoft.com/office/drawing/2014/main" id="{5E7FA1F8-92FA-48B3-B6EE-063B1FACAA60}"/>
              </a:ext>
            </a:extLst>
          </p:cNvPr>
          <p:cNvSpPr>
            <a:spLocks xmlns:a="http://schemas.openxmlformats.org/drawingml/2006/main" noGrp="1"/>
          </p:cNvSpPr>
          <p:nvPr/>
        </p:nvSpPr>
        <p:spPr>
          <a:xfrm xmlns:a="http://schemas.openxmlformats.org/drawingml/2006/main">
            <a:off x="895350" y="1790700"/>
            <a:ext cx="2381250" cy="1600200"/>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D5FD9FFE-49F7-4847-A90D-2DA5F418B4A8}"/>
              </a:ext>
            </a:extLst>
          </p:cNvPr>
          <p:cNvSpPr>
            <a:spLocks xmlns:a="http://schemas.openxmlformats.org/drawingml/2006/main" noGrp="1"/>
          </p:cNvSpPr>
          <p:nvPr/>
        </p:nvSpPr>
        <p:spPr>
          <a:xfrm xmlns:a="http://schemas.openxmlformats.org/drawingml/2006/main">
            <a:off x="3276600" y="1790700"/>
            <a:ext cx="2381250" cy="1600200"/>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DB2C41AB-83B9-4742-B00A-712FD18216F1}"/>
              </a:ext>
            </a:extLst>
          </p:cNvPr>
          <p:cNvSpPr>
            <a:spLocks xmlns:a="http://schemas.openxmlformats.org/drawingml/2006/main" noGrp="1"/>
          </p:cNvSpPr>
          <p:nvPr/>
        </p:nvSpPr>
        <p:spPr>
          <a:xfrm xmlns:a="http://schemas.openxmlformats.org/drawingml/2006/main">
            <a:off x="895350" y="3390900"/>
            <a:ext cx="2381250" cy="1600200"/>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EB18B8DC-B1F3-4C48-9D09-70993AFE6746}"/>
              </a:ext>
            </a:extLst>
          </p:cNvPr>
          <p:cNvSpPr>
            <a:spLocks xmlns:a="http://schemas.openxmlformats.org/drawingml/2006/main" noGrp="1"/>
          </p:cNvSpPr>
          <p:nvPr/>
        </p:nvSpPr>
        <p:spPr>
          <a:xfrm xmlns:a="http://schemas.openxmlformats.org/drawingml/2006/main">
            <a:off x="3276600" y="3390900"/>
            <a:ext cx="2381250" cy="1600200"/>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CE60BF50-CEBB-4C60-8FE9-7C018043BF12}"/>
              </a:ext>
            </a:extLst>
          </p:cNvPr>
          <p:cNvSpPr>
            <a:spLocks xmlns:a="http://schemas.openxmlformats.org/drawingml/2006/main" noGrp="1"/>
          </p:cNvSpPr>
          <p:nvPr/>
        </p:nvSpPr>
        <p:spPr>
          <a:xfrm xmlns:a="http://schemas.openxmlformats.org/drawingml/2006/main">
            <a:off x="3257550" y="1790700"/>
            <a:ext cx="38100" cy="32004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8EBE2F4-390C-4518-9999-9668F56E5081}"/>
              </a:ext>
            </a:extLst>
          </p:cNvPr>
          <p:cNvSpPr>
            <a:spLocks xmlns:a="http://schemas.openxmlformats.org/drawingml/2006/main" noGrp="1"/>
          </p:cNvSpPr>
          <p:nvPr/>
        </p:nvSpPr>
        <p:spPr>
          <a:xfrm xmlns:a="http://schemas.openxmlformats.org/drawingml/2006/main">
            <a:off x="895350" y="3371850"/>
            <a:ext cx="47625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495B7E8-7F06-4457-8AB9-66D3FD2A556E}"/>
              </a:ext>
            </a:extLst>
          </p:cNvPr>
          <p:cNvSpPr>
            <a:spLocks xmlns:a="http://schemas.openxmlformats.org/drawingml/2006/main" noGrp="1"/>
          </p:cNvSpPr>
          <p:nvPr/>
        </p:nvSpPr>
        <p:spPr>
          <a:xfrm xmlns:a="http://schemas.openxmlformats.org/drawingml/2006/main">
            <a:off x="106680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644"/>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Clear frame, weak evidence</a:t>
            </a:r>
          </a:p>
        </p:txBody>
      </p:sp>
      <p:sp>
        <p:nvSpPr>
          <p:cNvPr id="10" name="">
            <a:extLst xmlns:a="http://schemas.openxmlformats.org/drawingml/2006/main">
              <a:ext uri="{FF2B5EF4-FFF2-40B4-BE49-F238E27FC236}">
                <a16:creationId xmlns:a16="http://schemas.microsoft.com/office/drawing/2014/main" id="{A93879CE-7AC2-451E-99DB-41FCDD7D181B}"/>
              </a:ext>
            </a:extLst>
          </p:cNvPr>
          <p:cNvSpPr>
            <a:spLocks xmlns:a="http://schemas.openxmlformats.org/drawingml/2006/main" noGrp="1"/>
          </p:cNvSpPr>
          <p:nvPr/>
        </p:nvSpPr>
        <p:spPr>
          <a:xfrm xmlns:a="http://schemas.openxmlformats.org/drawingml/2006/main">
            <a:off x="114300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Specific problem, limited user proof</a:t>
            </a:r>
          </a:p>
        </p:txBody>
      </p:sp>
      <p:sp>
        <p:nvSpPr>
          <p:cNvPr id="11" name="">
            <a:extLst xmlns:a="http://schemas.openxmlformats.org/drawingml/2006/main">
              <a:ext uri="{FF2B5EF4-FFF2-40B4-BE49-F238E27FC236}">
                <a16:creationId xmlns:a16="http://schemas.microsoft.com/office/drawing/2014/main" id="{FCD01B79-4DCD-4793-A33E-EA56D0BD6ED6}"/>
              </a:ext>
            </a:extLst>
          </p:cNvPr>
          <p:cNvSpPr>
            <a:spLocks xmlns:a="http://schemas.openxmlformats.org/drawingml/2006/main" noGrp="1"/>
          </p:cNvSpPr>
          <p:nvPr/>
        </p:nvSpPr>
        <p:spPr>
          <a:xfrm xmlns:a="http://schemas.openxmlformats.org/drawingml/2006/main">
            <a:off x="344805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Evidence-led frame</a:t>
            </a:r>
          </a:p>
        </p:txBody>
      </p:sp>
      <p:sp>
        <p:nvSpPr>
          <p:cNvPr id="12" name="">
            <a:extLst xmlns:a="http://schemas.openxmlformats.org/drawingml/2006/main">
              <a:ext uri="{FF2B5EF4-FFF2-40B4-BE49-F238E27FC236}">
                <a16:creationId xmlns:a16="http://schemas.microsoft.com/office/drawing/2014/main" id="{1CD9020E-9B8F-4062-A193-DF0E90D43C43}"/>
              </a:ext>
            </a:extLst>
          </p:cNvPr>
          <p:cNvSpPr>
            <a:spLocks xmlns:a="http://schemas.openxmlformats.org/drawingml/2006/main" noGrp="1"/>
          </p:cNvSpPr>
          <p:nvPr/>
        </p:nvSpPr>
        <p:spPr>
          <a:xfrm xmlns:a="http://schemas.openxmlformats.org/drawingml/2006/main">
            <a:off x="352425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Connects user pain, impact, and success</a:t>
            </a:r>
          </a:p>
        </p:txBody>
      </p:sp>
      <p:sp>
        <p:nvSpPr>
          <p:cNvPr id="13" name="">
            <a:extLst xmlns:a="http://schemas.openxmlformats.org/drawingml/2006/main">
              <a:ext uri="{FF2B5EF4-FFF2-40B4-BE49-F238E27FC236}">
                <a16:creationId xmlns:a16="http://schemas.microsoft.com/office/drawing/2014/main" id="{DAB6B7BD-B793-482E-ADD1-FF5152DFF128}"/>
              </a:ext>
            </a:extLst>
          </p:cNvPr>
          <p:cNvSpPr>
            <a:spLocks xmlns:a="http://schemas.openxmlformats.org/drawingml/2006/main" noGrp="1"/>
          </p:cNvSpPr>
          <p:nvPr/>
        </p:nvSpPr>
        <p:spPr>
          <a:xfrm xmlns:a="http://schemas.openxmlformats.org/drawingml/2006/main">
            <a:off x="106680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C14FC817-6DA8-419A-AE7E-F9D6FBED2997}"/>
              </a:ext>
            </a:extLst>
          </p:cNvPr>
          <p:cNvSpPr>
            <a:spLocks xmlns:a="http://schemas.openxmlformats.org/drawingml/2006/main" noGrp="1"/>
          </p:cNvSpPr>
          <p:nvPr/>
        </p:nvSpPr>
        <p:spPr>
          <a:xfrm xmlns:a="http://schemas.openxmlformats.org/drawingml/2006/main">
            <a:off x="114300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Feature chosen before the problem is understood</a:t>
            </a:r>
          </a:p>
        </p:txBody>
      </p:sp>
      <p:sp>
        <p:nvSpPr>
          <p:cNvPr id="15" name="">
            <a:extLst xmlns:a="http://schemas.openxmlformats.org/drawingml/2006/main">
              <a:ext uri="{FF2B5EF4-FFF2-40B4-BE49-F238E27FC236}">
                <a16:creationId xmlns:a16="http://schemas.microsoft.com/office/drawing/2014/main" id="{69FB6920-CDAA-47D2-BC96-0ACAB37957FD}"/>
              </a:ext>
            </a:extLst>
          </p:cNvPr>
          <p:cNvSpPr>
            <a:spLocks xmlns:a="http://schemas.openxmlformats.org/drawingml/2006/main" noGrp="1"/>
          </p:cNvSpPr>
          <p:nvPr/>
        </p:nvSpPr>
        <p:spPr>
          <a:xfrm xmlns:a="http://schemas.openxmlformats.org/drawingml/2006/main">
            <a:off x="344805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91B7B0D0-DB71-4A3C-820A-63417D32C900}"/>
              </a:ext>
            </a:extLst>
          </p:cNvPr>
          <p:cNvSpPr>
            <a:spLocks xmlns:a="http://schemas.openxmlformats.org/drawingml/2006/main" noGrp="1"/>
          </p:cNvSpPr>
          <p:nvPr/>
        </p:nvSpPr>
        <p:spPr>
          <a:xfrm xmlns:a="http://schemas.openxmlformats.org/drawingml/2006/main">
            <a:off x="352425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Real pain, but constraints and feasibility are missed</a:t>
            </a:r>
          </a:p>
        </p:txBody>
      </p:sp>
      <p:sp>
        <p:nvSpPr>
          <p:cNvPr id="17" name="">
            <a:extLst xmlns:a="http://schemas.openxmlformats.org/drawingml/2006/main">
              <a:ext uri="{FF2B5EF4-FFF2-40B4-BE49-F238E27FC236}">
                <a16:creationId xmlns:a16="http://schemas.microsoft.com/office/drawing/2014/main" id="{E59648D6-39E9-4ABF-ABE5-7677CC174050}"/>
              </a:ext>
            </a:extLst>
          </p:cNvPr>
          <p:cNvSpPr>
            <a:spLocks xmlns:a="http://schemas.openxmlformats.org/drawingml/2006/main" noGrp="1"/>
          </p:cNvSpPr>
          <p:nvPr/>
        </p:nvSpPr>
        <p:spPr>
          <a:xfrm xmlns:a="http://schemas.openxmlformats.org/drawingml/2006/main">
            <a:off x="2247900" y="14859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F47A22"/>
                </a:solidFill>
                <a:latin typeface="Calibri"/>
                <a:ea typeface="Calibri"/>
                <a:cs typeface="Calibri"/>
              </a:defRPr>
            </a:pPr>
            <a:r>
              <a:rPr sz="1050"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99B34CEC-CD88-4AC0-9092-15E29D3CFAE6}"/>
              </a:ext>
            </a:extLst>
          </p:cNvPr>
          <p:cNvSpPr>
            <a:spLocks xmlns:a="http://schemas.openxmlformats.org/drawingml/2006/main" noGrp="1"/>
          </p:cNvSpPr>
          <p:nvPr/>
        </p:nvSpPr>
        <p:spPr>
          <a:xfrm xmlns:a="http://schemas.openxmlformats.org/drawingml/2006/main">
            <a:off x="2247900" y="50673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687489"/>
                </a:solidFill>
                <a:latin typeface="Calibri"/>
                <a:ea typeface="Calibri"/>
                <a:cs typeface="Calibri"/>
              </a:defRPr>
            </a:pPr>
            <a:r>
              <a:rPr sz="1050"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16239296-CA9D-4D8E-BF3A-5BD144A5DCF8}"/>
              </a:ext>
            </a:extLst>
          </p:cNvPr>
          <p:cNvSpPr>
            <a:spLocks xmlns:a="http://schemas.openxmlformats.org/drawingml/2006/main" noGrp="1"/>
          </p:cNvSpPr>
          <p:nvPr/>
        </p:nvSpPr>
        <p:spPr>
          <a:xfrm xmlns:a="http://schemas.openxmlformats.org/drawingml/2006/main">
            <a:off x="19050" y="3200400"/>
            <a:ext cx="83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3032"/>
          </a:bodyPr>
          <a:lstStyle xmlns:a="http://schemas.openxmlformats.org/drawingml/2006/main"/>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STAKEHOLDER</a:t>
            </a:r>
          </a:p>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ASSUMPTION</a:t>
            </a:r>
          </a:p>
        </p:txBody>
      </p:sp>
      <p:sp>
        <p:nvSpPr>
          <p:cNvPr id="20" name="">
            <a:extLst xmlns:a="http://schemas.openxmlformats.org/drawingml/2006/main">
              <a:ext uri="{FF2B5EF4-FFF2-40B4-BE49-F238E27FC236}">
                <a16:creationId xmlns:a16="http://schemas.microsoft.com/office/drawing/2014/main" id="{8700C3DD-3259-4BC2-9B58-B05F77BDCF63}"/>
              </a:ext>
            </a:extLst>
          </p:cNvPr>
          <p:cNvSpPr>
            <a:spLocks xmlns:a="http://schemas.openxmlformats.org/drawingml/2006/main" noGrp="1"/>
          </p:cNvSpPr>
          <p:nvPr/>
        </p:nvSpPr>
        <p:spPr>
          <a:xfrm xmlns:a="http://schemas.openxmlformats.org/drawingml/2006/main">
            <a:off x="5695950" y="3200400"/>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USER</a:t>
            </a:r>
          </a:p>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EVIDENCE</a:t>
            </a:r>
          </a:p>
        </p:txBody>
      </p:sp>
      <p:sp>
        <p:nvSpPr>
          <p:cNvPr id="21" name="">
            <a:extLst xmlns:a="http://schemas.openxmlformats.org/drawingml/2006/main">
              <a:ext uri="{FF2B5EF4-FFF2-40B4-BE49-F238E27FC236}">
                <a16:creationId xmlns:a16="http://schemas.microsoft.com/office/drawing/2014/main" id="{74915946-9C88-4F25-AB82-D08AC9D2F934}"/>
              </a:ext>
            </a:extLst>
          </p:cNvPr>
          <p:cNvSpPr>
            <a:spLocks xmlns:a="http://schemas.openxmlformats.org/drawingml/2006/main" noGrp="1"/>
          </p:cNvSpPr>
          <p:nvPr/>
        </p:nvSpPr>
        <p:spPr>
          <a:xfrm xmlns:a="http://schemas.openxmlformats.org/drawingml/2006/main">
            <a:off x="4457700" y="2800350"/>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F6A82F3C-45CE-4E2E-9A58-77B09808DF5A}"/>
              </a:ext>
            </a:extLst>
          </p:cNvPr>
          <p:cNvSpPr>
            <a:spLocks xmlns:a="http://schemas.openxmlformats.org/drawingml/2006/main" noGrp="1"/>
          </p:cNvSpPr>
          <p:nvPr/>
        </p:nvSpPr>
        <p:spPr>
          <a:xfrm xmlns:a="http://schemas.openxmlformats.org/drawingml/2006/main">
            <a:off x="3962400" y="304800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637"/>
          </a:bodyPr>
          <a:lstStyle xmlns:a="http://schemas.openxmlformats.org/drawingml/2006/main"/>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CURRENT FRAME</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Strong definition</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Directional validation</a:t>
            </a:r>
          </a:p>
        </p:txBody>
      </p:sp>
      <p:sp>
        <p:nvSpPr>
          <p:cNvPr id="23" name="">
            <a:extLst xmlns:a="http://schemas.openxmlformats.org/drawingml/2006/main">
              <a:ext uri="{FF2B5EF4-FFF2-40B4-BE49-F238E27FC236}">
                <a16:creationId xmlns:a16="http://schemas.microsoft.com/office/drawing/2014/main" id="{96674648-C4D1-4F84-82DB-F5098FCCD001}"/>
              </a:ext>
            </a:extLst>
          </p:cNvPr>
          <p:cNvSpPr>
            <a:spLocks xmlns:a="http://schemas.openxmlformats.org/drawingml/2006/main" noGrp="1"/>
          </p:cNvSpPr>
          <p:nvPr/>
        </p:nvSpPr>
        <p:spPr>
          <a:xfrm xmlns:a="http://schemas.openxmlformats.org/drawingml/2006/main">
            <a:off x="6515100" y="1581150"/>
            <a:ext cx="5048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1FED0C24-E6E7-4C12-8429-97011394D70F}"/>
              </a:ext>
            </a:extLst>
          </p:cNvPr>
          <p:cNvSpPr>
            <a:spLocks xmlns:a="http://schemas.openxmlformats.org/drawingml/2006/main" noGrp="1"/>
          </p:cNvSpPr>
          <p:nvPr/>
        </p:nvSpPr>
        <p:spPr>
          <a:xfrm xmlns:a="http://schemas.openxmlformats.org/drawingml/2006/main">
            <a:off x="6743700" y="1733550"/>
            <a:ext cx="451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CURRENT CONTEXT</a:t>
            </a:r>
          </a:p>
        </p:txBody>
      </p:sp>
      <p:sp>
        <p:nvSpPr>
          <p:cNvPr id="25" name="">
            <a:extLst xmlns:a="http://schemas.openxmlformats.org/drawingml/2006/main">
              <a:ext uri="{FF2B5EF4-FFF2-40B4-BE49-F238E27FC236}">
                <a16:creationId xmlns:a16="http://schemas.microsoft.com/office/drawing/2014/main" id="{A460F913-4011-40E1-87F6-8C6DEEEBA4CE}"/>
              </a:ext>
            </a:extLst>
          </p:cNvPr>
          <p:cNvSpPr>
            <a:spLocks xmlns:a="http://schemas.openxmlformats.org/drawingml/2006/main" noGrp="1"/>
          </p:cNvSpPr>
          <p:nvPr/>
        </p:nvSpPr>
        <p:spPr>
          <a:xfrm xmlns:a="http://schemas.openxmlformats.org/drawingml/2006/main">
            <a:off x="6743700" y="215265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USER AND SETTING</a:t>
            </a:r>
          </a:p>
        </p:txBody>
      </p:sp>
      <p:sp>
        <p:nvSpPr>
          <p:cNvPr id="26" name="">
            <a:extLst xmlns:a="http://schemas.openxmlformats.org/drawingml/2006/main">
              <a:ext uri="{FF2B5EF4-FFF2-40B4-BE49-F238E27FC236}">
                <a16:creationId xmlns:a16="http://schemas.microsoft.com/office/drawing/2014/main" id="{2DC3B04A-EDC2-48D8-818D-25E0A8BF204A}"/>
              </a:ext>
            </a:extLst>
          </p:cNvPr>
          <p:cNvSpPr>
            <a:spLocks xmlns:a="http://schemas.openxmlformats.org/drawingml/2006/main" noGrp="1"/>
          </p:cNvSpPr>
          <p:nvPr/>
        </p:nvSpPr>
        <p:spPr>
          <a:xfrm xmlns:a="http://schemas.openxmlformats.org/drawingml/2006/main">
            <a:off x="8020050" y="2133600"/>
            <a:ext cx="325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25"/>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Four-wheel riders starting from airports, gated residences, malls, offices, or stations. Drivers are directly affected.</a:t>
            </a:r>
          </a:p>
        </p:txBody>
      </p:sp>
      <p:sp>
        <p:nvSpPr>
          <p:cNvPr id="27" name="">
            <a:extLst xmlns:a="http://schemas.openxmlformats.org/drawingml/2006/main">
              <a:ext uri="{FF2B5EF4-FFF2-40B4-BE49-F238E27FC236}">
                <a16:creationId xmlns:a16="http://schemas.microsoft.com/office/drawing/2014/main" id="{FEB27FE3-90F9-4CA5-A6F8-16B03BA72753}"/>
              </a:ext>
            </a:extLst>
          </p:cNvPr>
          <p:cNvSpPr>
            <a:spLocks xmlns:a="http://schemas.openxmlformats.org/drawingml/2006/main" noGrp="1"/>
          </p:cNvSpPr>
          <p:nvPr/>
        </p:nvSpPr>
        <p:spPr>
          <a:xfrm xmlns:a="http://schemas.openxmlformats.org/drawingml/2006/main">
            <a:off x="6724650" y="26860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C903F34-6684-4CF2-B07C-56EBCF052408}"/>
              </a:ext>
            </a:extLst>
          </p:cNvPr>
          <p:cNvSpPr>
            <a:spLocks xmlns:a="http://schemas.openxmlformats.org/drawingml/2006/main" noGrp="1"/>
          </p:cNvSpPr>
          <p:nvPr/>
        </p:nvSpPr>
        <p:spPr>
          <a:xfrm xmlns:a="http://schemas.openxmlformats.org/drawingml/2006/main">
            <a:off x="6743700" y="278130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OBSERVED PROBLEM</a:t>
            </a:r>
          </a:p>
        </p:txBody>
      </p:sp>
      <p:sp>
        <p:nvSpPr>
          <p:cNvPr id="29" name="">
            <a:extLst xmlns:a="http://schemas.openxmlformats.org/drawingml/2006/main">
              <a:ext uri="{FF2B5EF4-FFF2-40B4-BE49-F238E27FC236}">
                <a16:creationId xmlns:a16="http://schemas.microsoft.com/office/drawing/2014/main" id="{3ECCD6F6-FDE9-4C83-89BC-4AF8BB594F9F}"/>
              </a:ext>
            </a:extLst>
          </p:cNvPr>
          <p:cNvSpPr>
            <a:spLocks xmlns:a="http://schemas.openxmlformats.org/drawingml/2006/main" noGrp="1"/>
          </p:cNvSpPr>
          <p:nvPr/>
        </p:nvSpPr>
        <p:spPr>
          <a:xfrm xmlns:a="http://schemas.openxmlformats.org/drawingml/2006/main">
            <a:off x="8020050" y="276225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The pin may show the area, but both sides still lack one clear and workable meeting point. Calls, waiting, or movement follow.</a:t>
            </a:r>
          </a:p>
        </p:txBody>
      </p:sp>
      <p:sp>
        <p:nvSpPr>
          <p:cNvPr id="30" name="">
            <a:extLst xmlns:a="http://schemas.openxmlformats.org/drawingml/2006/main">
              <a:ext uri="{FF2B5EF4-FFF2-40B4-BE49-F238E27FC236}">
                <a16:creationId xmlns:a16="http://schemas.microsoft.com/office/drawing/2014/main" id="{1AA5AA38-4B0D-4CC7-AA50-281925AAF5E2}"/>
              </a:ext>
            </a:extLst>
          </p:cNvPr>
          <p:cNvSpPr>
            <a:spLocks xmlns:a="http://schemas.openxmlformats.org/drawingml/2006/main" noGrp="1"/>
          </p:cNvSpPr>
          <p:nvPr/>
        </p:nvSpPr>
        <p:spPr>
          <a:xfrm xmlns:a="http://schemas.openxmlformats.org/drawingml/2006/main">
            <a:off x="6724650" y="346710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78F29F5-18DF-4C22-B838-0014981CB1E7}"/>
              </a:ext>
            </a:extLst>
          </p:cNvPr>
          <p:cNvSpPr>
            <a:spLocks xmlns:a="http://schemas.openxmlformats.org/drawingml/2006/main" noGrp="1"/>
          </p:cNvSpPr>
          <p:nvPr/>
        </p:nvSpPr>
        <p:spPr>
          <a:xfrm xmlns:a="http://schemas.openxmlformats.org/drawingml/2006/main">
            <a:off x="6743700" y="356235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CURRENT EVIDENCE</a:t>
            </a:r>
          </a:p>
        </p:txBody>
      </p:sp>
      <p:sp>
        <p:nvSpPr>
          <p:cNvPr id="32" name="">
            <a:extLst xmlns:a="http://schemas.openxmlformats.org/drawingml/2006/main">
              <a:ext uri="{FF2B5EF4-FFF2-40B4-BE49-F238E27FC236}">
                <a16:creationId xmlns:a16="http://schemas.microsoft.com/office/drawing/2014/main" id="{0B5BA9A1-6ADD-4C85-9A75-C6DD5B034310}"/>
              </a:ext>
            </a:extLst>
          </p:cNvPr>
          <p:cNvSpPr>
            <a:spLocks xmlns:a="http://schemas.openxmlformats.org/drawingml/2006/main" noGrp="1"/>
          </p:cNvSpPr>
          <p:nvPr/>
        </p:nvSpPr>
        <p:spPr>
          <a:xfrm xmlns:a="http://schemas.openxmlformats.org/drawingml/2006/main">
            <a:off x="8020050" y="354330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62 unique responses. 24 of 51 recent users reported difficulty or uncertainty. 30 gave open-ended answers. Only 4 drivers responded.</a:t>
            </a:r>
          </a:p>
        </p:txBody>
      </p:sp>
      <p:sp>
        <p:nvSpPr>
          <p:cNvPr id="33" name="">
            <a:extLst xmlns:a="http://schemas.openxmlformats.org/drawingml/2006/main">
              <a:ext uri="{FF2B5EF4-FFF2-40B4-BE49-F238E27FC236}">
                <a16:creationId xmlns:a16="http://schemas.microsoft.com/office/drawing/2014/main" id="{1E3B3111-053F-4721-8A03-5DA6FA8247F8}"/>
              </a:ext>
            </a:extLst>
          </p:cNvPr>
          <p:cNvSpPr>
            <a:spLocks xmlns:a="http://schemas.openxmlformats.org/drawingml/2006/main" noGrp="1"/>
          </p:cNvSpPr>
          <p:nvPr/>
        </p:nvSpPr>
        <p:spPr>
          <a:xfrm xmlns:a="http://schemas.openxmlformats.org/drawingml/2006/main">
            <a:off x="6724650" y="42481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2D18C34-ABFB-4765-BCC7-074D9227A5E9}"/>
              </a:ext>
            </a:extLst>
          </p:cNvPr>
          <p:cNvSpPr>
            <a:spLocks xmlns:a="http://schemas.openxmlformats.org/drawingml/2006/main" noGrp="1"/>
          </p:cNvSpPr>
          <p:nvPr/>
        </p:nvSpPr>
        <p:spPr>
          <a:xfrm xmlns:a="http://schemas.openxmlformats.org/drawingml/2006/main">
            <a:off x="6743700" y="4343400"/>
            <a:ext cx="121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SUCCESS SIGNAL</a:t>
            </a:r>
          </a:p>
        </p:txBody>
      </p:sp>
      <p:sp>
        <p:nvSpPr>
          <p:cNvPr id="35" name="">
            <a:extLst xmlns:a="http://schemas.openxmlformats.org/drawingml/2006/main">
              <a:ext uri="{FF2B5EF4-FFF2-40B4-BE49-F238E27FC236}">
                <a16:creationId xmlns:a16="http://schemas.microsoft.com/office/drawing/2014/main" id="{FF569982-90CE-4BE2-A4D0-9FA6E673069D}"/>
              </a:ext>
            </a:extLst>
          </p:cNvPr>
          <p:cNvSpPr>
            <a:spLocks xmlns:a="http://schemas.openxmlformats.org/drawingml/2006/main" noGrp="1"/>
          </p:cNvSpPr>
          <p:nvPr/>
        </p:nvSpPr>
        <p:spPr>
          <a:xfrm xmlns:a="http://schemas.openxmlformats.org/drawingml/2006/main">
            <a:off x="8020050" y="432435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Fewer reactive calls or messages and less time between driver arrival and trip start.</a:t>
            </a:r>
          </a:p>
        </p:txBody>
      </p:sp>
      <p:sp>
        <p:nvSpPr>
          <p:cNvPr id="36" name="">
            <a:extLst xmlns:a="http://schemas.openxmlformats.org/drawingml/2006/main">
              <a:ext uri="{FF2B5EF4-FFF2-40B4-BE49-F238E27FC236}">
                <a16:creationId xmlns:a16="http://schemas.microsoft.com/office/drawing/2014/main" id="{5D8653AA-0792-4BD3-BA28-42453DC7593F}"/>
              </a:ext>
            </a:extLst>
          </p:cNvPr>
          <p:cNvSpPr>
            <a:spLocks xmlns:a="http://schemas.openxmlformats.org/drawingml/2006/main" noGrp="1"/>
          </p:cNvSpPr>
          <p:nvPr/>
        </p:nvSpPr>
        <p:spPr>
          <a:xfrm xmlns:a="http://schemas.openxmlformats.org/drawingml/2006/main">
            <a:off x="6724650" y="48196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22374F3-BF93-4F56-888D-9DEA564BC366}"/>
              </a:ext>
            </a:extLst>
          </p:cNvPr>
          <p:cNvSpPr>
            <a:spLocks xmlns:a="http://schemas.openxmlformats.org/drawingml/2006/main" noGrp="1"/>
          </p:cNvSpPr>
          <p:nvPr/>
        </p:nvSpPr>
        <p:spPr>
          <a:xfrm xmlns:a="http://schemas.openxmlformats.org/drawingml/2006/main">
            <a:off x="6743700" y="4914900"/>
            <a:ext cx="1219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F47A22"/>
                </a:solidFill>
                <a:latin typeface="Calibri"/>
                <a:ea typeface="Calibri"/>
                <a:cs typeface="Calibri"/>
              </a:defRPr>
            </a:pPr>
            <a:r>
              <a:rPr sz="900" b="1" i="0">
                <a:solidFill>
                  <a:srgbClr val="F47A22"/>
                </a:solidFill>
                <a:latin typeface="Calibri"/>
                <a:ea typeface="Calibri"/>
                <a:cs typeface="Calibri"/>
              </a:rPr>
              <a:t>REMAINING GAPS</a:t>
            </a:r>
          </a:p>
        </p:txBody>
      </p:sp>
      <p:sp>
        <p:nvSpPr>
          <p:cNvPr id="38" name="">
            <a:extLst xmlns:a="http://schemas.openxmlformats.org/drawingml/2006/main">
              <a:ext uri="{FF2B5EF4-FFF2-40B4-BE49-F238E27FC236}">
                <a16:creationId xmlns:a16="http://schemas.microsoft.com/office/drawing/2014/main" id="{26C824CB-1F79-43EC-91FB-E87A6B234508}"/>
              </a:ext>
            </a:extLst>
          </p:cNvPr>
          <p:cNvSpPr>
            <a:spLocks xmlns:a="http://schemas.openxmlformats.org/drawingml/2006/main" noGrp="1"/>
          </p:cNvSpPr>
          <p:nvPr/>
        </p:nvSpPr>
        <p:spPr>
          <a:xfrm xmlns:a="http://schemas.openxmlformats.org/drawingml/2006/main">
            <a:off x="8020050" y="489585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No moderated interviews. Driver evidence is thin. The sample is not representative. Validate with rider and driver interviews plus pickup event data.</a:t>
            </a:r>
          </a:p>
        </p:txBody>
      </p:sp>
      <p:sp>
        <p:nvSpPr>
          <p:cNvPr id="39" name="">
            <a:extLst xmlns:a="http://schemas.openxmlformats.org/drawingml/2006/main">
              <a:ext uri="{FF2B5EF4-FFF2-40B4-BE49-F238E27FC236}">
                <a16:creationId xmlns:a16="http://schemas.microsoft.com/office/drawing/2014/main" id="{AF9D6B21-7C04-4DC5-BA4A-F8DD71D2B65C}"/>
              </a:ext>
            </a:extLst>
          </p:cNvPr>
          <p:cNvSpPr>
            <a:spLocks xmlns:a="http://schemas.openxmlformats.org/drawingml/2006/main" noGrp="1"/>
          </p:cNvSpPr>
          <p:nvPr/>
        </p:nvSpPr>
        <p:spPr>
          <a:xfrm xmlns:a="http://schemas.openxmlformats.org/drawingml/2006/main">
            <a:off x="514350" y="5810250"/>
            <a:ext cx="110490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9415568-4B1E-44CA-B447-B14C8DE871AF}"/>
              </a:ext>
            </a:extLst>
          </p:cNvPr>
          <p:cNvSpPr>
            <a:spLocks xmlns:a="http://schemas.openxmlformats.org/drawingml/2006/main" noGrp="1"/>
          </p:cNvSpPr>
          <p:nvPr/>
        </p:nvSpPr>
        <p:spPr>
          <a:xfrm xmlns:a="http://schemas.openxmlformats.org/drawingml/2006/main">
            <a:off x="723900" y="5905500"/>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Assessment: strong problem framing with directional validation. Test the smallest idea while gathering stronger evidence.</a:t>
            </a:r>
          </a:p>
        </p:txBody>
      </p:sp>
      <p:sp>
        <p:nvSpPr>
          <p:cNvPr id="41" name="">
            <a:extLst xmlns:a="http://schemas.openxmlformats.org/drawingml/2006/main">
              <a:ext uri="{FF2B5EF4-FFF2-40B4-BE49-F238E27FC236}">
                <a16:creationId xmlns:a16="http://schemas.microsoft.com/office/drawing/2014/main" id="{7428AA2C-EB8D-4C0E-8CD4-578B33B549D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2" name="">
            <a:extLst xmlns:a="http://schemas.openxmlformats.org/drawingml/2006/main">
              <a:ext uri="{FF2B5EF4-FFF2-40B4-BE49-F238E27FC236}">
                <a16:creationId xmlns:a16="http://schemas.microsoft.com/office/drawing/2014/main" id="{24B01F76-8C8B-4162-9C4F-FB227BFE823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2050144630"/>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F7F25D0-9CE9-4F42-B9D4-F16455BA3AA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CC0E7D00-9A30-4E7C-9AB4-A7F70021BB1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2E7A3568-1925-4A06-9857-79138DFCE1E0}"/>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339646B4-649E-41F4-B87B-A17BE3086C5B}"/>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B2F2EC0C-EA39-4338-8FAC-1F201F035553}"/>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51C947D5-D0A4-44C6-9379-D167F1A5EDA0}"/>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A555A09B-1BD3-444E-A194-CEA895628359}"/>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4EB176E-B84D-455D-B95F-B6B46085EE84}"/>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503E8E8A-029A-40AA-B0D4-2A858E468E02}"/>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566194EF-895C-4607-93B5-425C8982F861}"/>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9B60DAFA-0AA6-45E9-B428-456450FFC73C}"/>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B992BCE0-F4E2-45E4-B48B-242757A63570}"/>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60544455-C22C-4B43-AC80-6B5914E9FEC5}"/>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E1D703-66ED-43B4-B447-211706721E22}"/>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24AB0622-0910-4044-A4EF-888A4572859A}"/>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53C9D07-3BA9-40E9-B563-3530A49D4DAD}"/>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36173C6A-2291-4990-AE1B-87C5AB20EA70}"/>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380FCFCC-DA9C-4749-B479-C1FE09834AFF}"/>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96E50BC0-EAC1-45C3-A437-44410D566DEE}"/>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D70D9D1-70F7-4C1C-B01D-02766F1C7FA6}"/>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DD939AF6-A9BD-41A8-95D7-EC80D1F9B778}"/>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DD537C24-F875-4A2B-99FF-E1AE55D7902E}"/>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E7F09855-14B3-41F3-A7CF-E64D293570E7}"/>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41193213-A7A1-4EBA-8FE7-2765BD509087}"/>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179C4201-44B1-4D21-B0D4-14591B1935F6}"/>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9C3E327-8ECF-4789-84EB-1EB89C3020F4}"/>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64B7C212-B2E3-4C9E-834F-444D8C336060}"/>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DB6AA43B-CCC9-423F-90EC-FC0F359C7DE5}"/>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CFC4F546-DA40-43D7-88A6-981C9A4800DE}"/>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EA180455-E3DD-4375-A304-A35079646E2B}"/>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F3D8DFF6-DE7B-4504-8F56-74BB5B60A0B5}"/>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E797256-5865-4E05-B0E9-4A0591601EA1}"/>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711CC7EF-E8AB-4EFB-BDBA-5064969621B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D7E15F19-3277-461A-8984-CD5907E0ECA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409858729"/>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A4F68E0-EC8A-4A3B-9402-1DB1BFEAF27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12D8171F-D4D8-4FC5-B4B3-0D14422941A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046FDB63-7E01-4879-8864-73A53F618D5D}"/>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470A44E9-811B-4086-9937-534045F72C79}"/>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5B99A80D-5B02-41F0-AA77-5B34151BF991}"/>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8D13532F-5791-433F-A036-224856E2CF32}"/>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D5682793-12E5-4C48-9A50-5661F7B2DB1D}"/>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CB9F9C1-D169-4B03-9403-06E8270E3740}"/>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AA4144E8-6D06-4ACB-861D-8AD971979F0F}"/>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07FEA564-D883-4B39-8009-3A2B765DC08E}"/>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AC33350D-4253-4A82-B576-0B40F69731AB}"/>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65695E1A-7C06-4C80-85B9-0ED76CB9ED77}"/>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0D1C671E-056F-4436-B613-7A626DE27B5B}"/>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766E02-8DF2-444C-A193-97B8B1601C77}"/>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84B61DC0-85A1-47D8-8581-48F721FD5ED2}"/>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0746D686-2C38-4FE6-A23A-4267882C0CC9}"/>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B3EEE97E-C370-4CC7-95F2-EB7BBFB2E838}"/>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CAF32C0B-8892-42A6-A2AA-F77131B1E108}"/>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83A26CE1-9953-41E4-BD1C-0D9C1B246582}"/>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B264877-F8C2-4365-82F2-B473D3EA29EC}"/>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9A381907-CF5F-4C73-995F-5BB69FF45003}"/>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552F5982-A52F-4D12-82C1-BBB1C22CEC5A}"/>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84B92A28-E050-4957-B3F3-29049B695DE3}"/>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93FBA866-835B-4C7A-A7D7-884B1A786BE0}"/>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F67B3376-AF7C-4868-8CB2-164C1866A758}"/>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4AB9545-6480-4484-9187-811F4D71708D}"/>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CD77EFD4-8FE1-4C63-816D-0EEF5DE09D20}"/>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36664E4-B38D-42E9-85F4-E8A647BF7601}"/>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81A2B7E9-DF6D-437D-B20F-4117A1710B0E}"/>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3F67C4BF-055E-4F98-BAAA-11DA59F460D7}"/>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B9D67AF5-BD76-41C8-B9D5-2007F854876B}"/>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987FB32-F1E9-4C38-9FD4-02F34A58B693}"/>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3F1DC809-7E1E-491C-9532-764585FDD2D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09D62E06-1BB5-4816-BF5A-FDF2A688850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631460698"/>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3322EC9-6B3C-451E-B07F-9B1DBE96E58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65D661AC-784E-4A25-9A4B-A6A1C85CDDC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2FAD6AC2-E8CC-4FE8-B749-EF03DA3C52A6}"/>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6BAF5ECE-7774-4F50-AA3F-A2667DC27BF6}"/>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725E107E-7D7D-489B-B721-DEC033FB06C2}"/>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34EF5748-9D5D-48BF-B7DA-B2FCA61C2626}"/>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114DA8BE-DD2C-49C5-8E6E-5DDC1CBAC6A1}"/>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BAD97F65-1DE1-442A-A136-040BC56A9124}"/>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9458DDB6-7532-4DE8-ABE9-D64C0A6D1964}"/>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2DD298D0-D481-4182-967D-79629BCAECBC}"/>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40CB02D0-EDDC-4B31-9074-54427FB16D2D}"/>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6129AD87-CB32-4DBC-9332-225392799DED}"/>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528EFDC6-7CCE-42CC-BF79-17CED4713029}"/>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67B06DA2-EF98-4A94-BC9A-0E102CA45926}"/>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F8AF1A32-EA69-431D-B542-E841E35B553D}"/>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4AF39AE3-125F-4EBC-896F-57D275B34288}"/>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29EE8D1D-543E-4AA6-A86D-09BD9C15B9BE}"/>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2A948069-7CF2-4BD6-B33B-3840B05EDE3F}"/>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2D584B6E-CA44-42EE-BB68-BC1F61CA9C13}"/>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3D7A3B8D-56A4-48BF-8A0C-93F3F88D2DE7}"/>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48DA2BFC-D47B-4350-B58E-18AA0F692D1E}"/>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156D3286-6DCA-4667-9DFE-2100DAB49FB7}"/>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6583C68F-145B-48AD-AFFF-E7D50177FB6A}"/>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9BA2B26A-80CA-4939-9F4B-F2B1F8DB52FB}"/>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516CD5BA-C824-41EF-B604-708449D9F796}"/>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0CE204A4-5F4E-4E45-9CE3-2056038707A2}"/>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4BB7C397-8CA1-4552-B589-F830F99B7153}"/>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C6206B2F-787A-45D4-862F-7590DAAA6864}"/>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855368DB-8919-4F98-8E9A-C524231C8C64}"/>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EED8401F-3D2F-4A34-B069-DD96BDDA4AB0}"/>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954CC48D-FCDA-48B6-97B0-71D37BE7FF51}"/>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56588BE8-2280-4AA6-A77E-7FB4FB225A3C}"/>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481DD507-1892-4798-B30C-CB119E54FABC}"/>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9A03CF6A-2C38-46AC-A4FF-EF89DA1F1953}"/>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47CA1EB7-F654-4E6A-BC78-8206F6F5C7AA}"/>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C7C5643C-57CD-4231-842E-7764FB9F045B}"/>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4138F419-4F25-4B8C-A183-F76E78BBC4D6}"/>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DC2EFC81-7CEA-463F-8E30-DB27D227160A}"/>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4290892D-83BB-4766-884C-F763BE62FE73}"/>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165C4C1F-5592-4E0A-8C07-3A4F6A481DA4}"/>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86A5FBC4-F3AD-4551-8FD0-333707DED2F7}"/>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364109F5-E639-4761-A1CA-8F8DB5446A21}"/>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1C844110-8308-40E0-BA96-CC91207780C4}"/>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3912D9D8-4F43-4E2A-98B2-1F9749BA71D0}"/>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7882B70A-F441-4862-A8F2-D00F33CF556F}"/>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5E1D9AC7-95B6-4691-AE86-96AE52228723}"/>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6BA63F52-7779-402D-9C9C-BC7696AA34D2}"/>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17D8DEC4-A8F9-450E-85AE-AED4664688A2}"/>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8AC45246-1BCD-489A-8A70-87F100CDD09E}"/>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42BADFEF-E57A-4ABA-A2BD-B1AE9339E8E4}"/>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E08A1528-5D00-403A-962E-BEE174A82F4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A66A6DC4-42C4-449A-97D4-2F9CD94D78F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1566499911"/>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3485516-792C-4CD9-8692-67640FE5D09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B26165BE-A68F-4191-B324-331C9331B07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3244D03C-7913-4B0B-976E-1C6B89993B1C}"/>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7BFDE4F4-7B60-4C0F-A6D6-6705E3DBF0FD}"/>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5019026C-61A9-4426-8FE5-B05F970177F2}"/>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E36B4AE7-9628-4B5E-8FBF-3436AB45AEAE}"/>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5FC73994-7E38-4FBA-8AEF-FCB7741AE0C0}"/>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9F525440-7E07-41BE-BA59-102BB4F22024}"/>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56F4DB1D-3308-4AB9-BFE3-C1D3AB72B012}"/>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23030987-84A1-4D7D-B2C2-8E825D4EE130}"/>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D0ECA266-50B9-4E0D-A7FD-8343E6544AA2}"/>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4E620CF4-F9D1-4ACF-AFD3-CF8B1964409D}"/>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DABFFC14-E256-4988-BCBD-0665CB22428A}"/>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37B72B17-4968-4925-9052-71F054814BA2}"/>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3B2FC7C7-F04E-4013-9069-57AF659F7951}"/>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D2963D67-6166-4222-B2F0-41786418C45F}"/>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AF2B9605-8D04-4F6B-8FBB-AE422320197B}"/>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191BCD56-825A-4D7B-A066-EB5FF9B8116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72A7B39D-F739-4BF9-81AC-641C40175AA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298253281"/>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4FEC2CD-D7E7-42BA-8287-3FBBA83E707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6D1D7543-A6F1-4948-B533-BD2CFBAEF7A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AED80FEA-1794-48E6-81C9-7E5FDEE9C295}"/>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8B304DC2-724B-4039-8B5D-43DC6FA9458B}"/>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EA7AE8E9-C54B-406A-B19C-4356CD0A7125}"/>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527F5A35-6C71-42E8-9095-D4A6C81145A7}"/>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2AB163C8-8B88-4745-BA59-1607467B28F7}"/>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719FD014-5F48-49D0-8744-8954C7E06510}"/>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5584FAC7-72E4-4EA1-BD88-1DC9FA772E4D}"/>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5497D65D-CC31-4101-A187-AC84E44AC5BA}"/>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3BD2F2EA-141F-4606-B350-B360A7DC3414}"/>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AA0FBDC8-C0A1-46C8-AEB8-1E53ED2F91F5}"/>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6241F5AB-BE01-4B9D-8566-E521269B2B51}"/>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0B0B9181-6553-4325-BD90-4CC8CAE7951D}"/>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81C1D565-CBCD-4DA8-91D5-422139721FD3}"/>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5B4A63F7-1D52-463E-B898-2CF5CD0B3B95}"/>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60FB94C2-824A-4F3A-8713-B1A007C7AEE5}"/>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B607C070-5489-408F-AC75-615EE02FF8E7}"/>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E548E920-E366-484B-A713-1C67EF0F1299}"/>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DDCBAD66-E4E6-4337-8F90-2E7A3A690999}"/>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2C90787B-ABF0-4FE7-9E50-98D7C1D25035}"/>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D74BCBF5-CF1D-45D9-8222-3C21829809EF}"/>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1A969C1D-F8C2-4DF1-A4BA-5E40053C8FEC}"/>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B7B4DD62-A1E3-4F72-8550-65C3D447AE64}"/>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B716A371-F5A0-4FD3-8218-E46977FC467B}"/>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2A73ECC4-3553-4E4D-934E-ACD0806A6C6C}"/>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CACFB72A-D793-486F-B67A-219B7C3A2E76}"/>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765DD9F2-DA4F-4B85-9636-D62987C131E0}"/>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A95D78FF-9AC5-4A70-90C3-4964011A3AF6}"/>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428B3846-8F29-4998-90A7-B80CD148C8A0}"/>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C888635D-891D-4224-9FE2-2E86340985BD}"/>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33077CF0-2CEE-434F-B050-F614AA6D113E}"/>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3D6A8FD0-A9C1-4AC0-81DF-C55CD38B7647}"/>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C7BD4A53-89A2-46F4-BFBC-7E5E8E7D4E1A}"/>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DA4C3230-0FAA-4467-8722-DC0DEE314734}"/>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659EDFBB-89EC-4D18-97D5-11490F269253}"/>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13DC96E7-F20B-467F-9A6D-99A41EA36952}"/>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BBFE5828-EF98-451A-BB08-BD101A7B6B18}"/>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D12A9C56-B76E-40D9-9F29-B85F1880E3E9}"/>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9E6989C6-8FAF-4EF4-8271-E167E659135D}"/>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8ADE4B22-0111-4E56-BC54-177A74B0708C}"/>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F3B2C858-BEF2-406D-81F8-BB15BEE99AA5}"/>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423299BF-B6FE-4F16-8AD7-076A5BAF07F4}"/>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64A5CB8-D381-4110-89A6-483C99A826EE}"/>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8DBB5938-6219-4B89-B39F-C0D4E03E8FA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B5241D91-0F4E-4AEB-A86A-C652E142E9F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694898034"/>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A76FB8-201B-4545-9158-2AF62222A46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70320DC7-C67F-4750-A390-B22F62BE328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419B4D8E-4C6A-4FA4-8193-6916065972AA}"/>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3394AFF9-AC11-465B-B047-7D9DF6243D8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9BE76685-9013-40A3-B10B-9CEA589D256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137433816"/>
      </p:ext>
    </p:extLst>
  </p:cSld>
</p:sld>
</file>

<file path=ppt/slides/slide22.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534B038-07C0-48E1-90FC-66AF9D5878DD}"/>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0936DF14-11F8-428B-B485-423FAE3E4955}"/>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123FC99A-D1EA-4CBC-BD38-51AE8327CB42}"/>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771E3EDA-E139-42B3-8E71-1E2334305EEE}"/>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66C7ED14-3EFC-4A4F-A43A-6B89DD40A525}"/>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1488277E-C88E-4545-97DA-685A590829AC}"/>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D98125F7-E816-4CFD-8352-B3E403F8C7FD}"/>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1DBA17D3-0AE4-436F-87A4-C7F2FB2419F1}"/>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6B7EE094-69B0-44B1-A4D9-A325C7A71E69}"/>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FD592CB2-46F0-4568-9505-0BFF5E4A4E6B}"/>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4D01DDB5-1683-467C-821C-56999EB9EA47}"/>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1434D15B-DB12-4DD0-A4B3-BF202126C9A5}"/>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A381971A-0101-40A9-B1C8-A47BB9F097A8}"/>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77078CA5-4CAA-434C-8E50-ACBEEC8B5644}"/>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BB2422DD-BC12-406C-99CD-AD00280B8AFE}"/>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14B4295F-4074-4BE1-A8E7-629B3A02DA0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2D2BBF0D-0992-43CF-84B6-D12DEE19296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20384237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2026-09-19T06:59:27.9650000Z</dcterms:created>
  <dcterms:modified xsi:type="dcterms:W3CDTF">2026-09-19T06:59:27.9650000Z</dcterms:modified>
</coreProperties>
</file>