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195a11d08647d2" /><Relationship Type="http://schemas.openxmlformats.org/officeDocument/2006/relationships/extended-properties" Target="/docProps/app.xml" Id="R8206031bce944328" /><Relationship Type="http://schemas.openxmlformats.org/officeDocument/2006/relationships/officeDocument" Target="/ppt/presentation.xml" Id="Rfba89d38eb0f4811" /></Relationships>
</file>

<file path=ppt/presentation.xml><?xml version="1.0" encoding="utf-8"?>
<p:presentation xmlns:p="http://schemas.openxmlformats.org/presentationml/2006/main">
  <p:sldMasterIdLst>
    <p:sldMasterId xmlns:r="http://schemas.openxmlformats.org/officeDocument/2006/relationships" id="2147483648" r:id="R8e264e4c4055469b"/>
  </p:sldMasterIdLst>
  <p:notesMasterIdLst>
    <p:notesMasterId xmlns:r="http://schemas.openxmlformats.org/officeDocument/2006/relationships" r:id="R7df4b04050974ae5"/>
  </p:notesMasterIdLst>
  <p:sldIdLst>
    <p:sldId xmlns:r="http://schemas.openxmlformats.org/officeDocument/2006/relationships" id="256" r:id="R1eee6f9157e945ec"/>
    <p:sldId xmlns:r="http://schemas.openxmlformats.org/officeDocument/2006/relationships" id="257" r:id="Rc50beeca9a0340d7"/>
    <p:sldId xmlns:r="http://schemas.openxmlformats.org/officeDocument/2006/relationships" id="258" r:id="R0be1ea7e4fd14153"/>
    <p:sldId xmlns:r="http://schemas.openxmlformats.org/officeDocument/2006/relationships" id="259" r:id="R5a863b9bdd91404b"/>
    <p:sldId xmlns:r="http://schemas.openxmlformats.org/officeDocument/2006/relationships" id="260" r:id="Rd9b899cdb95844eb"/>
    <p:sldId xmlns:r="http://schemas.openxmlformats.org/officeDocument/2006/relationships" id="261" r:id="Ra4d0ea251fed49af"/>
    <p:sldId xmlns:r="http://schemas.openxmlformats.org/officeDocument/2006/relationships" id="262" r:id="Rd53ace1372a44da9"/>
    <p:sldId xmlns:r="http://schemas.openxmlformats.org/officeDocument/2006/relationships" id="263" r:id="R02a4ad802e4a4620"/>
    <p:sldId xmlns:r="http://schemas.openxmlformats.org/officeDocument/2006/relationships" id="264" r:id="R172afedf81c141bf"/>
    <p:sldId xmlns:r="http://schemas.openxmlformats.org/officeDocument/2006/relationships" id="265" r:id="R0d5015c3392443f1"/>
    <p:sldId xmlns:r="http://schemas.openxmlformats.org/officeDocument/2006/relationships" id="266" r:id="Rb0d6ea345c664651"/>
    <p:sldId xmlns:r="http://schemas.openxmlformats.org/officeDocument/2006/relationships" id="267" r:id="Rc8bd6378997f4470"/>
    <p:sldId xmlns:r="http://schemas.openxmlformats.org/officeDocument/2006/relationships" id="268" r:id="R3e164ee2157d4a7e"/>
    <p:sldId xmlns:r="http://schemas.openxmlformats.org/officeDocument/2006/relationships" id="269" r:id="R9f0f980fff784c0c"/>
    <p:sldId xmlns:r="http://schemas.openxmlformats.org/officeDocument/2006/relationships" id="270" r:id="R0de5b0d2600e463d"/>
    <p:sldId xmlns:r="http://schemas.openxmlformats.org/officeDocument/2006/relationships" id="271" r:id="R314d90ffd0934cab"/>
    <p:sldId xmlns:r="http://schemas.openxmlformats.org/officeDocument/2006/relationships" id="272" r:id="Rf3e4136d929a45cb"/>
    <p:sldId xmlns:r="http://schemas.openxmlformats.org/officeDocument/2006/relationships" id="273" r:id="Re0035906c4704fd3"/>
    <p:sldId xmlns:r="http://schemas.openxmlformats.org/officeDocument/2006/relationships" id="274" r:id="Rcede49d73b754c51"/>
    <p:sldId xmlns:r="http://schemas.openxmlformats.org/officeDocument/2006/relationships" id="275" r:id="R1c41cb4d22e94632"/>
    <p:sldId xmlns:r="http://schemas.openxmlformats.org/officeDocument/2006/relationships" id="276" r:id="R6032a8922eaf4ea2"/>
    <p:sldId xmlns:r="http://schemas.openxmlformats.org/officeDocument/2006/relationships" id="277" r:id="Rf14889adc1c44b29"/>
    <p:sldId xmlns:r="http://schemas.openxmlformats.org/officeDocument/2006/relationships" id="278" r:id="Re6bac885787c44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b401f119cb4530" /><Relationship Type="http://schemas.openxmlformats.org/officeDocument/2006/relationships/slideMaster" Target="/ppt/slideMasters/slideMaster1.xml" Id="R8e264e4c4055469b" /><Relationship Type="http://schemas.openxmlformats.org/officeDocument/2006/relationships/notesMaster" Target="/ppt/notesMasters/notesMaster1.xml" Id="R7df4b04050974ae5" /><Relationship Type="http://schemas.openxmlformats.org/officeDocument/2006/relationships/presProps" Target="/ppt/presProps.xml" Id="R9b122b11fa3b411d" /><Relationship Type="http://schemas.openxmlformats.org/officeDocument/2006/relationships/tableStyles" Target="/ppt/tableStyles.xml" Id="Rfdf2199de379466d" /><Relationship Type="http://schemas.openxmlformats.org/officeDocument/2006/relationships/slide" Target="/ppt/slides/slide1.xml" Id="R1eee6f9157e945ec" /><Relationship Type="http://schemas.openxmlformats.org/officeDocument/2006/relationships/slide" Target="/ppt/slides/slide2.xml" Id="Rc50beeca9a0340d7" /><Relationship Type="http://schemas.openxmlformats.org/officeDocument/2006/relationships/slide" Target="/ppt/slides/slide3.xml" Id="R0be1ea7e4fd14153" /><Relationship Type="http://schemas.openxmlformats.org/officeDocument/2006/relationships/slide" Target="/ppt/slides/slide4.xml" Id="R5a863b9bdd91404b" /><Relationship Type="http://schemas.openxmlformats.org/officeDocument/2006/relationships/slide" Target="/ppt/slides/slide5.xml" Id="Rd9b899cdb95844eb" /><Relationship Type="http://schemas.openxmlformats.org/officeDocument/2006/relationships/slide" Target="/ppt/slides/slide6.xml" Id="Ra4d0ea251fed49af" /><Relationship Type="http://schemas.openxmlformats.org/officeDocument/2006/relationships/slide" Target="/ppt/slides/slide7.xml" Id="Rd53ace1372a44da9" /><Relationship Type="http://schemas.openxmlformats.org/officeDocument/2006/relationships/slide" Target="/ppt/slides/slide8.xml" Id="R02a4ad802e4a4620" /><Relationship Type="http://schemas.openxmlformats.org/officeDocument/2006/relationships/slide" Target="/ppt/slides/slide9.xml" Id="R172afedf81c141bf" /><Relationship Type="http://schemas.openxmlformats.org/officeDocument/2006/relationships/slide" Target="/ppt/slides/slide10.xml" Id="R0d5015c3392443f1" /><Relationship Type="http://schemas.openxmlformats.org/officeDocument/2006/relationships/slide" Target="/ppt/slides/slide11.xml" Id="Rb0d6ea345c664651" /><Relationship Type="http://schemas.openxmlformats.org/officeDocument/2006/relationships/slide" Target="/ppt/slides/slide12.xml" Id="Rc8bd6378997f4470" /><Relationship Type="http://schemas.openxmlformats.org/officeDocument/2006/relationships/slide" Target="/ppt/slides/slide13.xml" Id="R3e164ee2157d4a7e" /><Relationship Type="http://schemas.openxmlformats.org/officeDocument/2006/relationships/slide" Target="/ppt/slides/slide14.xml" Id="R9f0f980fff784c0c" /><Relationship Type="http://schemas.openxmlformats.org/officeDocument/2006/relationships/slide" Target="/ppt/slides/slide15.xml" Id="R0de5b0d2600e463d" /><Relationship Type="http://schemas.openxmlformats.org/officeDocument/2006/relationships/slide" Target="/ppt/slides/slide16.xml" Id="R314d90ffd0934cab" /><Relationship Type="http://schemas.openxmlformats.org/officeDocument/2006/relationships/slide" Target="/ppt/slides/slide17.xml" Id="Rf3e4136d929a45cb" /><Relationship Type="http://schemas.openxmlformats.org/officeDocument/2006/relationships/slide" Target="/ppt/slides/slide18.xml" Id="Re0035906c4704fd3" /><Relationship Type="http://schemas.openxmlformats.org/officeDocument/2006/relationships/slide" Target="/ppt/slides/slide19.xml" Id="Rcede49d73b754c51" /><Relationship Type="http://schemas.openxmlformats.org/officeDocument/2006/relationships/slide" Target="/ppt/slides/slide20.xml" Id="R1c41cb4d22e94632" /><Relationship Type="http://schemas.openxmlformats.org/officeDocument/2006/relationships/slide" Target="/ppt/slides/slide21.xml" Id="R6032a8922eaf4ea2" /><Relationship Type="http://schemas.openxmlformats.org/officeDocument/2006/relationships/slide" Target="/ppt/slides/slide22.xml" Id="Rf14889adc1c44b29" /><Relationship Type="http://schemas.openxmlformats.org/officeDocument/2006/relationships/slide" Target="/ppt/slides/slide23.xml" Id="Re6bac885787c44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f5079e5b3a4e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8da11405764519" /><Relationship Type="http://schemas.openxmlformats.org/officeDocument/2006/relationships/notesMaster" Target="/ppt/notesMasters/notesMaster1.xml" Id="R936713816d5a49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c186b5f774492f" /><Relationship Type="http://schemas.openxmlformats.org/officeDocument/2006/relationships/notesMaster" Target="/ppt/notesMasters/notesMaster1.xml" Id="R71fd55f2989e49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897643cab94513" /><Relationship Type="http://schemas.openxmlformats.org/officeDocument/2006/relationships/notesMaster" Target="/ppt/notesMasters/notesMaster1.xml" Id="R372d03ab5a9744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ffcc44d7554e79" /><Relationship Type="http://schemas.openxmlformats.org/officeDocument/2006/relationships/notesMaster" Target="/ppt/notesMasters/notesMaster1.xml" Id="R693079d6b7d04d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5998f7030e41a4" /><Relationship Type="http://schemas.openxmlformats.org/officeDocument/2006/relationships/notesMaster" Target="/ppt/notesMasters/notesMaster1.xml" Id="R028992b1a4ce49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3f083fafd84ed2" /><Relationship Type="http://schemas.openxmlformats.org/officeDocument/2006/relationships/notesMaster" Target="/ppt/notesMasters/notesMaster1.xml" Id="R4a4efc799cb24e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636bd78b3940d5" /><Relationship Type="http://schemas.openxmlformats.org/officeDocument/2006/relationships/notesMaster" Target="/ppt/notesMasters/notesMaster1.xml" Id="R477f203ba3444c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0469bf0374887" /><Relationship Type="http://schemas.openxmlformats.org/officeDocument/2006/relationships/notesMaster" Target="/ppt/notesMasters/notesMaster1.xml" Id="R12b3b65f09fd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305d60678646f6" /><Relationship Type="http://schemas.openxmlformats.org/officeDocument/2006/relationships/notesMaster" Target="/ppt/notesMasters/notesMaster1.xml" Id="R4e0708c158c449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3e1753a01b48ee" /><Relationship Type="http://schemas.openxmlformats.org/officeDocument/2006/relationships/notesMaster" Target="/ppt/notesMasters/notesMaster1.xml" Id="R2f3be6f302a049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d93a46283a4bc7" /><Relationship Type="http://schemas.openxmlformats.org/officeDocument/2006/relationships/notesMaster" Target="/ppt/notesMasters/notesMaster1.xml" Id="R249fa2c0f48a4b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8ba6e0f3464581" /><Relationship Type="http://schemas.openxmlformats.org/officeDocument/2006/relationships/notesMaster" Target="/ppt/notesMasters/notesMaster1.xml" Id="R77f67be684e44e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c99a570bd74184" /><Relationship Type="http://schemas.openxmlformats.org/officeDocument/2006/relationships/notesMaster" Target="/ppt/notesMasters/notesMaster1.xml" Id="R3f8140942f4149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b593805e2a4f52" /><Relationship Type="http://schemas.openxmlformats.org/officeDocument/2006/relationships/notesMaster" Target="/ppt/notesMasters/notesMaster1.xml" Id="Ra0695acc89b7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b1a8e57a864d72" /><Relationship Type="http://schemas.openxmlformats.org/officeDocument/2006/relationships/notesMaster" Target="/ppt/notesMasters/notesMaster1.xml" Id="R3bf4c336508c42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e75a2cf4114be4" /><Relationship Type="http://schemas.openxmlformats.org/officeDocument/2006/relationships/notesMaster" Target="/ppt/notesMasters/notesMaster1.xml" Id="R4db8abe908bd47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4362b257fc4c6c" /><Relationship Type="http://schemas.openxmlformats.org/officeDocument/2006/relationships/notesMaster" Target="/ppt/notesMasters/notesMaster1.xml" Id="R0396071f328140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d7fbcb0c464fa8" /><Relationship Type="http://schemas.openxmlformats.org/officeDocument/2006/relationships/notesMaster" Target="/ppt/notesMasters/notesMaster1.xml" Id="R0ce455a1130941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acef0207d94fd2" /><Relationship Type="http://schemas.openxmlformats.org/officeDocument/2006/relationships/notesMaster" Target="/ppt/notesMasters/notesMaster1.xml" Id="R384d7ebca3a545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cf4c52ed3e4981" /><Relationship Type="http://schemas.openxmlformats.org/officeDocument/2006/relationships/notesMaster" Target="/ppt/notesMasters/notesMaster1.xml" Id="Rbfe0d7a174a046a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e27a5658fdf4d7c" /><Relationship Type="http://schemas.openxmlformats.org/officeDocument/2006/relationships/notesMaster" Target="/ppt/notesMasters/notesMaster1.xml" Id="R6d41aae2825c48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6d23be4da4a4fad" /><Relationship Type="http://schemas.openxmlformats.org/officeDocument/2006/relationships/notesMaster" Target="/ppt/notesMasters/notesMaster1.xml" Id="R8ec585edfe9b43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8ebac556e947dc" /><Relationship Type="http://schemas.openxmlformats.org/officeDocument/2006/relationships/notesMaster" Target="/ppt/notesMasters/notesMaster1.xml" Id="Rcef30b68cd9d4e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the stressful moment when a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English, Telugu, and Hindi, with separate rider and driver questions.</a:t>
            </a:r>
          </a:p>
          <a:p xmlns:a="http://schemas.openxmlformats.org/drawingml/2006/main">
            <a:r>
              <a:t/>
            </a:r>
          </a:p>
          <a:p xmlns:a="http://schemas.openxmlformats.org/drawingml/2006/main">
            <a:r>
              <a:t>After removing one duplicate, I had sixty-two responses: fifty-eight riders and four drivers. Thirty people wrote answers, and eleven shared detailed experiences. This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pictures, and access information. These are possible approaches, but they do not prove local demand. The opportunity is better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 The survey points to airports, gated communities, malls, offices, and stations.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recover today. The rider is the main user, and the driver is also affected. Success means fewer calls and a faster trip start.</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This problem statement has four parts. The user is a four-wheel rider at a complex pickup. The pain is no shared meeting point. The impact is extra calls, waiting, movement, and delay. The scope is selected complex locations, not every ride. The survey supports this frame, but interviews and stronger driver evidence are still needed.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it before. Twenty said calling or messaging helped, while six said nothing helped. These numbers describe this sample only, not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b06b85112f41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248baf80594d86" /><Relationship Type="http://schemas.openxmlformats.org/officeDocument/2006/relationships/slideLayout" Target="/ppt/slideLayouts/slideLayout1.xml" Id="R856331709ce640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6331709ce640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eb5f38690f401b" /><Relationship Type="http://schemas.openxmlformats.org/officeDocument/2006/relationships/notesSlide" Target="/ppt/notesSlides/notesSlide1.xml" Id="R54af157ad52041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11ca028fff4165" /><Relationship Type="http://schemas.openxmlformats.org/officeDocument/2006/relationships/image" Target="/ppt/media/image.png" Id="R6fce50c6b7b04ce0" /><Relationship Type="http://schemas.openxmlformats.org/officeDocument/2006/relationships/hyperlink" Target="https://praveenveera.github.io/uber-pickup-survey/" TargetMode="External" Id="Rda06bc2bce924ddd" /><Relationship Type="http://schemas.openxmlformats.org/officeDocument/2006/relationships/notesSlide" Target="/ppt/notesSlides/notesSlide2.xml" Id="R622e39f542f642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d03fd6f5914a6b" /><Relationship Type="http://schemas.openxmlformats.org/officeDocument/2006/relationships/notesSlide" Target="/ppt/notesSlides/notesSlide3.xml" Id="R886da1d7434946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69f3d3238f4561" /><Relationship Type="http://schemas.openxmlformats.org/officeDocument/2006/relationships/notesSlide" Target="/ppt/notesSlides/notesSlide4.xml" Id="R93a824822a5746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0626dbddd44ec5" /><Relationship Type="http://schemas.openxmlformats.org/officeDocument/2006/relationships/notesSlide" Target="/ppt/notesSlides/notesSlide5.xml" Id="R863f797d0f9a47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bb4e2e673e4102" /><Relationship Type="http://schemas.openxmlformats.org/officeDocument/2006/relationships/notesSlide" Target="/ppt/notesSlides/notesSlide6.xml" Id="R68a3e494bdc441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fa0b309f034e3e" /><Relationship Type="http://schemas.openxmlformats.org/officeDocument/2006/relationships/notesSlide" Target="/ppt/notesSlides/notesSlide7.xml" Id="Re24df6767d1541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b87662bb02422b" /><Relationship Type="http://schemas.openxmlformats.org/officeDocument/2006/relationships/notesSlide" Target="/ppt/notesSlides/notesSlide8.xml" Id="Rcf1fa7c70c1b4d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08ba24d6724fd2" /><Relationship Type="http://schemas.openxmlformats.org/officeDocument/2006/relationships/notesSlide" Target="/ppt/notesSlides/notesSlide9.xml" Id="Rd78d305f601d49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1a697395074d6b" /><Relationship Type="http://schemas.openxmlformats.org/officeDocument/2006/relationships/notesSlide" Target="/ppt/notesSlides/notesSlide10.xml" Id="R942901a9cbfd4d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b795ea4b584fba" /><Relationship Type="http://schemas.openxmlformats.org/officeDocument/2006/relationships/notesSlide" Target="/ppt/notesSlides/notesSlide11.xml" Id="R514d2a9feee04a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d2998b84874696" /><Relationship Type="http://schemas.openxmlformats.org/officeDocument/2006/relationships/notesSlide" Target="/ppt/notesSlides/notesSlide12.xml" Id="Rfd921db1e73c44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44367144ed46cf" /><Relationship Type="http://schemas.openxmlformats.org/officeDocument/2006/relationships/notesSlide" Target="/ppt/notesSlides/notesSlide13.xml" Id="R3481e5b035c044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66c489b27c4921" /><Relationship Type="http://schemas.openxmlformats.org/officeDocument/2006/relationships/notesSlide" Target="/ppt/notesSlides/notesSlide14.xml" Id="R51525f1afe0c42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6aec9b76014329" /><Relationship Type="http://schemas.openxmlformats.org/officeDocument/2006/relationships/image" Target="/ppt/media/image2.png" Id="R03ad2cb555be454b" /><Relationship Type="http://schemas.openxmlformats.org/officeDocument/2006/relationships/image" Target="/ppt/media/image3.png" Id="Rebbb2fb6bea24f9e" /><Relationship Type="http://schemas.openxmlformats.org/officeDocument/2006/relationships/notesSlide" Target="/ppt/notesSlides/notesSlide15.xml" Id="Ra97acf0d621b46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e70681ec684caf" /><Relationship Type="http://schemas.openxmlformats.org/officeDocument/2006/relationships/notesSlide" Target="/ppt/notesSlides/notesSlide16.xml" Id="R5aa454ded09d4c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5527eecd154406" /><Relationship Type="http://schemas.openxmlformats.org/officeDocument/2006/relationships/notesSlide" Target="/ppt/notesSlides/notesSlide17.xml" Id="R45ffd21511d444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10d7eb8b7242f5" /><Relationship Type="http://schemas.openxmlformats.org/officeDocument/2006/relationships/notesSlide" Target="/ppt/notesSlides/notesSlide18.xml" Id="Rb53eeb7ce9cd42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af3ff62ef94562" /><Relationship Type="http://schemas.openxmlformats.org/officeDocument/2006/relationships/notesSlide" Target="/ppt/notesSlides/notesSlide19.xml" Id="R76437a68adb04a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b84b362cc2f4eca" /><Relationship Type="http://schemas.openxmlformats.org/officeDocument/2006/relationships/notesSlide" Target="/ppt/notesSlides/notesSlide20.xml" Id="R0859bb5bef274e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a94266fed2405d" /><Relationship Type="http://schemas.openxmlformats.org/officeDocument/2006/relationships/notesSlide" Target="/ppt/notesSlides/notesSlide21.xml" Id="R2a766cd6d8da42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fbe4aa31a640d3" /><Relationship Type="http://schemas.openxmlformats.org/officeDocument/2006/relationships/notesSlide" Target="/ppt/notesSlides/notesSlide22.xml" Id="Rd567cce3f05747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b2b265a9034f2e" /><Relationship Type="http://schemas.openxmlformats.org/officeDocument/2006/relationships/notesSlide" Target="/ppt/notesSlides/notesSlide23.xml" Id="Ra361e427dd814ced"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BF7794-16B4-4D92-B081-3A007EB26165}"/>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B741B19D-1341-4E26-A589-E38BB157F4F6}"/>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FF60C6D4-D8D9-4B67-A2C2-A826A74AD022}"/>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99D539B3-4862-4F01-BDDD-5C0035BFAF14}"/>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B5BB53-5CA6-4F44-899B-A52B35D4674B}"/>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B8C4E778-B776-46C7-A9E9-7A0BC0FD86C4}"/>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29D22403-C592-4E01-A57C-A49B7FD3D09D}"/>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433DF9-2538-4F90-BD80-44C2B1E99788}"/>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6BAAAD71-89DC-4597-A79B-7FAEEB9C9C57}"/>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373A1E12-D436-43D1-9D28-EB4BC8DB4FFC}"/>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101F03-74DA-44FD-A7C0-A389A8DFA0E2}"/>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577A064F-349A-4729-A397-8D959F310329}"/>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74E7DAF9-714C-476E-B80A-5542E429EA4B}"/>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B9853A-8E1D-4A76-A8AC-0E53421F7448}"/>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D1638B0A-AE86-4071-B512-07C461CE6493}"/>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B3C71B8B-A7BA-47C3-B328-8018C611058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73867500"/>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2510F26-B0BD-4777-A486-0E4CF07B0C0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9907C8B4-CC27-45D6-AF1F-FA926AD1D8C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0F3C957A-22D2-4F43-8821-36CDD18B032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A92AB124-AC66-4B10-B51D-0C3F2D921262}"/>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512DB32-FE42-4583-B8B0-441A41D6C3C7}"/>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354B4117-6CFD-4D68-9DB5-7583919E1394}"/>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C83568A6-B13C-4BB6-93E5-C069E6864C94}"/>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6773E11-5F1D-470E-8725-07BF7C49CE40}"/>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E14EA561-DA01-450C-8EAC-89D5E290EE10}"/>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6DA97FF6-420C-4C3B-9AAB-FD23143B2859}"/>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BAD5759-C1B8-4A13-8F15-BDD6F8AC4B65}"/>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15232540-8581-41C8-BE07-FFCDA9E2B4A6}"/>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B4D67972-EFF3-4DE3-B430-BF21E3C73B79}"/>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E6B5FC9B-8CA6-4CD5-9DAD-8BC589C3BF62}"/>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fce50c6b7b04ce0"/>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E603F83-B91D-47F3-A47A-D145C8A207CD}"/>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da06bc2bce924ddd"/>
              </a:rPr>
              <a:t>https://praveenveera.github.io/uber-pickup-survey/</a:t>
            </a:r>
          </a:p>
        </p:txBody>
      </p:sp>
      <p:sp>
        <p:nvSpPr>
          <p:cNvPr id="17" name="">
            <a:extLst xmlns:a="http://schemas.openxmlformats.org/drawingml/2006/main">
              <a:ext uri="{FF2B5EF4-FFF2-40B4-BE49-F238E27FC236}">
                <a16:creationId xmlns:a16="http://schemas.microsoft.com/office/drawing/2014/main" id="{CEEDAEED-90CC-42BD-A77D-4860794AB026}"/>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9B09572D-D3EE-4660-8A17-C41CC2C5DE2D}"/>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74184438-005A-4B5C-9F06-FF22F9FB797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2F523C22-A663-4EA6-94BE-CDE018ECC5C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93078512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C67D2DD-F4AA-4BD5-B49B-2F81F8BF853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1AA9B3A3-5E6B-4817-BDEE-B7FE0D05BDF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C81A0895-9A72-466C-991F-D8678787FC4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D9AFEEB8-6C66-4545-97E4-9DDC6950D6B7}"/>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AD01067-2629-4F94-A0EE-25E0EE13BFA4}"/>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C0109EA2-795A-4F68-A2E4-3BA3F9AACC02}"/>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98BB1001-A4A8-4235-AD5F-2E18B829D4F1}"/>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C7E84960-B5E7-48A7-A235-2B0B4FB74FC3}"/>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61E847E3-A93D-4606-B16E-DD622CEDCEB6}"/>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F0D6C3C5-ED7A-495D-9093-9E692273F7B9}"/>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9CDA7FF4-DBF4-4F02-8002-92953D7882C7}"/>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5CB2724B-60E7-40D5-9424-A96314F00642}"/>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4CBF53E4-4513-43BC-A7B7-D63091E016CA}"/>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F5B97A-3E3C-4F21-AE05-4DE43CACD09A}"/>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DEB2E9B1-DC8A-46B9-948C-B386B2D29BF4}"/>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C99D2C6B-A08F-4F86-B83F-E5FC3D7B09A9}"/>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C5A5814-3C5D-4A41-9F6B-B2FE93CF43E1}"/>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6F7796AB-B546-4B0B-9D57-85D65905BB6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70EAA8D-8769-4DD6-9504-C41839A32BA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842596513"/>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793E43-A1F0-4318-957C-658A4E1F0B7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2EBFF948-79B5-4473-875B-051F0549AB8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DD35B562-238D-4206-A53D-FCFF961D2DC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BC171FFD-91C0-49FF-B0CA-3BCC945D470A}"/>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A5A333DC-034C-41D1-AAC4-29A413E2EF4A}"/>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B4AAEFCE-F6B9-4CEB-8993-C51DEA2027AF}"/>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D358DEF5-EF0F-4A80-AFEC-03A3D5848D07}"/>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E2B93B8-044F-4954-9633-551CD118CBEF}"/>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8DCF7331-B565-4C5B-8EBE-AE1B398243A2}"/>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E7027F1C-C6E0-4A91-AEB2-8C3DDBED34B2}"/>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5F06B1DC-E3D6-4E6B-AF28-1C617909C7D1}"/>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4B4DBE83-FFFA-4C94-8024-118AD57E7EC2}"/>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E0D821ED-FEEF-4B20-A9CA-C352890A77FB}"/>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B6109F-F775-4EC5-B04C-8CBC0B5867F0}"/>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5E19CC5A-C870-440C-8107-05C7C16475C0}"/>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E8A6D9C3-9004-4EB6-8294-B53C7933FF0C}"/>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95D2A32-E8BC-48A7-9385-B113258868A8}"/>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EBB67C8D-26E4-459F-909C-34120E46FDA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48BF094-7A96-47F3-8ACF-9D16A4DF435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992894551"/>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8B5389-62B7-418F-9B31-7D39153E2BF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A972A957-2B23-4FD4-A0A3-D75CEA680B4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C8BE3800-B555-4345-9C56-8CEED1A9FED8}"/>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7560DB7F-5755-4121-BBA9-1332FC6FD450}"/>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38FD03-EF5F-4076-A4CE-07758C67C245}"/>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13C3C64A-0BCE-4A78-A302-D5FC8F74C414}"/>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968DAB7D-CD27-41EF-A8E5-C150B7611539}"/>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3C4E3832-AD97-434C-8B2F-239CD445FEBE}"/>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B8B6EEF2-71D5-4CBA-87BC-78A26D4FA500}"/>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3EC1615-45FF-4750-A943-B822E4F2FEB3}"/>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FC2F66F2-5AC2-4191-A51D-B5BBA6B07F66}"/>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8FF2EDAD-8FD5-4FBE-9F3F-7E6DE751D6A5}"/>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9DF215-6F6E-42E4-8142-703BB500DF07}"/>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0A4A1FB6-585E-4CCD-A5F7-8E333401B5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CE0AA119-7CD2-4CFE-A3C5-4FB1E4755AE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624495227"/>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0322058-6116-488D-ACB1-195D5487680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D51F0A32-9EDA-4F27-867F-821FE9B5A82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2BCCB5E1-4CFA-414D-A91B-728C4E46FD62}"/>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5612E3-20DB-4278-8A6F-B5669A7201CF}"/>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85B9CD51-0A39-473B-B1B8-688544066E3A}"/>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E2A7C424-A4A2-4C65-91E9-A0FD0263DB9E}"/>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F10EB1B0-7809-4A6D-9510-7E05B0E2A2AB}"/>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460552-D8A5-4DE2-9B1E-D1AA77AD3AC1}"/>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508CD0-F274-4E1F-B587-322396CBF420}"/>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D3197BF1-4310-4762-B942-D8C8DE90ECB2}"/>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95415CED-C329-48DC-86B2-ED36A70C6EE6}"/>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B2B94634-9677-4A5F-9DE3-A3287B745F54}"/>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F7AD86B-ED3A-4F36-AF22-59925AB0B30E}"/>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5E79DE-2216-4136-AEF7-D748CA775EB2}"/>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CD91FC69-0430-40F1-97E7-D43CFCF97408}"/>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39542FA9-CC10-4ABC-B4D4-97564C0CB1EB}"/>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41B26CA1-C280-4219-8A39-A50AD44A1B5B}"/>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8D9E6D0-CB35-495C-B7A5-B7790845B6E3}"/>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EDB344-6FA9-4FE6-BA55-9DFC53E86C35}"/>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1AA1714B-E7EC-4E6F-8CAB-7C779F0A34C0}"/>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3272B86E-663C-496E-B0DF-3BF47CA885F1}"/>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4690EEE9-9757-4428-85E9-4FF53DD747A2}"/>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sp>
      <p:sp>
        <p:nvSpPr>
          <p:cNvPr id="23" name="">
            <a:extLst xmlns:a="http://schemas.openxmlformats.org/drawingml/2006/main">
              <a:ext uri="{FF2B5EF4-FFF2-40B4-BE49-F238E27FC236}">
                <a16:creationId xmlns:a16="http://schemas.microsoft.com/office/drawing/2014/main" id="{A885192F-A422-414B-878F-802448AB6262}"/>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F382FCF1-BEFD-43F1-9C5E-ADEC19039522}"/>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EBB9A585-3C2B-47BA-B0C9-C5CDD63198D1}"/>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172C1C5-61B0-4345-B5E8-EA5774801CB6}"/>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directional survey evidence. Moderated interviews and stronger driver validation are still pending.</a:t>
            </a:r>
          </a:p>
        </p:txBody>
      </p:sp>
      <p:sp>
        <p:nvSpPr>
          <p:cNvPr id="27" name="">
            <a:extLst xmlns:a="http://schemas.openxmlformats.org/drawingml/2006/main">
              <a:ext uri="{FF2B5EF4-FFF2-40B4-BE49-F238E27FC236}">
                <a16:creationId xmlns:a16="http://schemas.microsoft.com/office/drawing/2014/main" id="{6319EBB4-710D-4EB6-B7BA-DCEE4C677FA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97A257B9-D24E-4134-BE0D-3072AA7A071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205023271"/>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EBAA2A-DAAF-478C-99D1-1BA630BABA6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15E72ADA-85E0-410D-AA3A-B85FA6F7B8A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9656E1A4-A8F5-4E62-ADA5-A2EA7CE39D1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EA5D5B9B-4D21-4BC2-AF0F-4FAAB266B1BB}"/>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4095F0BD-BC5B-4741-9FE0-A7F7D9652EEB}"/>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0DE010-9E7F-424F-A8C7-C7B9C26055BE}"/>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8596E7DB-F38B-44BA-8E0D-F5CA70270FE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EB15D996-7F37-45BF-A9C0-D9C42F7CE52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842751905"/>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09A9CF-2BE8-4CE2-8EEA-1FE731B0983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9862FD87-2DDB-4854-A72F-2CCB177C5EF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259742D0-0085-4DFC-A351-8B299015B26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292676FF-C189-42F4-8EBC-4DCFBB3398E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90071BD-6450-470E-9AC7-B43DD8FDC615}"/>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5C854CAF-7CC2-44D4-AF81-3BA43F80AD64}"/>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95FC04FF-87FD-4EE2-B645-11D860FFBCA7}"/>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945913-E9BD-4F72-B6FA-A955B94A29C5}"/>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41FFF043-397E-4BF6-ABB6-E25FC4FC46DF}"/>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5D6EDBD3-F7AB-46BC-ACE2-D37286B392A6}"/>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0FF1D4-FDA6-4375-B60B-EB772218F67B}"/>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908EBAA8-608C-4669-A116-A8411B0BD539}"/>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62E37563-1AD3-4F83-B493-E64D8367C803}"/>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476A40-49F4-41A2-BDB7-D517C9F091F6}"/>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5D5EDC28-70CA-4401-AF2C-819BE9FA6BA9}"/>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BBC2F1EC-7120-443A-AD81-DBEF2FA7E6AD}"/>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1DB664-9389-4FE5-8B93-9386BC29CE2C}"/>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B94288E1-813E-4ADB-B8BB-83BACF8B3DB6}"/>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8D63ADA1-22AA-4725-8235-CF8764E8E09E}"/>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906AB2-AF51-49B7-AB3B-E60CFA518CAA}"/>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C518F930-2609-40FB-8983-78DD09EA359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95A5D2C5-D7CC-4D8A-B5AE-22B3B3CF0B3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688410553"/>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DAEA55EC-F124-4ECB-993C-5FBC2E0731A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AE74106F-00AB-4CE7-AE88-064937901F9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C52BCFFB-A3FA-46BC-981B-6A118721B02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25E5798B-564D-4488-BF3C-E3559324A0DB}"/>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3C10A02B-38B2-4CC2-8C23-04EA445BEA20}"/>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AFE08832-5190-4194-9686-B1A5DDD5843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0D70B7-00E5-41DA-A968-B426049919B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E0797D-5B9F-4992-9E1E-D08FBA0F7C7E}"/>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6AF90EAF-BC3E-4A24-B75E-494EF7619CFD}"/>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03B7E258-4A64-40F9-8799-77110DA57F3A}"/>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CD9670-3095-4452-A7CC-D5E3B3777B2A}"/>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7C951F-62B1-4680-8D2B-C22340DC8BF5}"/>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970F0559-A1F1-4954-A817-D9624668F162}"/>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065B4288-5C8B-41AF-98F6-B6855C99C551}"/>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3B2888-C269-415F-8A72-CDC244AF4590}"/>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0187DF-76FF-4C28-B6AB-4B05A38103DA}"/>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E0AC9664-0AC9-4143-854F-952D1A6ED82B}"/>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87C0A284-D7E7-4040-A74C-E0C4BA8D7CA5}"/>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E23B54-1742-4372-B012-941C539A5981}"/>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EAF3AD8-1D2E-44E0-B42F-5E5A07CA6580}"/>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92FC7AC0-5445-486F-A33C-848D48CD9024}"/>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A3C4A566-284D-4B9E-83CA-6D7F0D681B2D}"/>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FD4B50C-D203-4502-AB7C-F9FE353CA8CA}"/>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C2083C6-6F3E-4383-ADD5-59506B0F6651}"/>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AA3A3588-C9EF-44DC-A1E0-5E48522DE461}"/>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35967E02-4D77-4CFD-BEA3-F1220F69F86B}"/>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0FE9DAA-BE2D-4293-9C73-334E8C973DCE}"/>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B4C706-BFB0-4958-93E3-009C9ACA1457}"/>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D7A6A650-3063-4C70-9E35-D3BA19C7029A}"/>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58FBD127-3684-41CB-B894-F51799AD6267}"/>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B92A9F61-B8D1-420A-B631-8C7C2BA835B0}"/>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A660BAD-2660-4495-8C1E-AD56FF857F5B}"/>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E31358B-0F38-4F94-A8DC-2633A7D38972}"/>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9480A0D0-DA9F-4AC8-BA7B-0029BAB50E10}"/>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D67FA46D-064F-40A3-907D-87546643BB50}"/>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2D03ECF-896E-4BED-9870-3691D6D54A94}"/>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B62B7BE-4958-415E-978E-3F3CFCD9789E}"/>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BC28BC74-39F7-4580-932D-43A22EA87770}"/>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0E297FD3-3D1C-4E7B-81BA-D0ADF205D2F8}"/>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8595EAE-70D5-4132-9C32-83208E863874}"/>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883A7D8-905C-4C6B-844E-6758D82A1245}"/>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81F3A456-5C38-42F8-8732-8A053FC8C78D}"/>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D3592303-95CE-4CC9-B380-6BA54A140460}"/>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6ADBFBC-AF2B-4825-AFB7-866286255C5E}"/>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02EC7A8-B75A-49F8-892F-F33C8F6B3FD3}"/>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B08690B9-A093-4D18-A6BA-4BE797C09F46}"/>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612492EC-B560-43D9-9526-001C5C771CB2}"/>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B7EC7D9-81D0-4B9F-9A96-0A3264B1D0A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9627C9C-C56F-4A47-BDC1-0E416B1FEB68}"/>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97A94F8C-EE9D-4ED1-B94F-D1BC090F89E1}"/>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AC26900E-2939-47C5-BDFE-DF1FDED17EE6}"/>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364AAC0-69D1-4FF8-BF91-330C28F02421}"/>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173D3DD9-191D-4C19-A554-8DEFBAE92AD0}"/>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E07C64BA-9D08-4C08-A091-2A8ADC8DF43C}"/>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21050DD6-AFDC-4C4B-8CD6-274996515E74}"/>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705AE211-622D-411C-A904-72D23B7833C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94DE2B10-E5EF-4B46-86A6-87BF20B359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2086148301"/>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B4748C-7861-49A7-A3BD-B83C460F525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50100076-F20B-442D-8D85-B73A936300A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A13C212C-6023-4771-879B-33EBA1B3C60A}"/>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A7DA71-76D8-4595-AFAC-B5B2916DCE7F}"/>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656BE6C3-4069-4238-BD58-CC11C68FA849}"/>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E18BD56D-8E7C-4549-BCCE-92B28800D026}"/>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E650416-EB8C-417E-9400-CB1975FD7E0D}"/>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E9BCC9E3-BD31-4551-8FD7-86EA900E5F28}"/>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3824373C-9D59-44A2-9180-CC93BFECE49A}"/>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FF7A761-38B4-4D92-83FF-BD415026D103}"/>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5478AF5F-880B-4F50-A1E3-CEE7D2CFE440}"/>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EFC34E7A-01BD-4CFD-B0F0-4872F8F22EEC}"/>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8131557E-DD25-4F56-9AD4-525C490079E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DFFF4F84-93BE-493A-A781-4C1EC8E4426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2021995354"/>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675A275-948F-407D-B1FF-30CBC22C524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F45084BE-98DE-42AE-9684-507C0E815A9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A129937A-7F58-4270-81CA-012478E672C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E8319CAC-7D59-443A-A9C0-2F7D3A674FB9}"/>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ECFADD9E-35B5-4B46-94E0-C13895C1250D}"/>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44E10ABE-7C51-453F-8387-5DC8EEA9CA06}"/>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58FF80CF-B796-4804-8183-738B0637D1C4}"/>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2FC16F44-F4C4-430D-98AF-FB24E4C95D24}"/>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044B0459-A361-45B1-8CA2-BCCD6DA96154}"/>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061D0875-3A98-4FF6-A892-CECC91E3B0EC}"/>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D7ABBB0F-1F1E-4218-B130-A9D9A29D5C60}"/>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4A3CF5BD-E406-442A-BE60-9B60A0D494DB}"/>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7D22EB64-85B7-47D9-8502-EFF7966BFF94}"/>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83E2378-B99A-4A57-B95E-7711137AE70C}"/>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6ECDE193-CE4B-4200-A7EC-9779E3427ED5}"/>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63EC9E17-7C08-4DF6-B97B-9F6DA24848B6}"/>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F8A2BB3-21F0-40F7-A256-3C1E5D3142D6}"/>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A4E824DB-2447-4F8F-98F4-6E4760999BC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1CC8CA12-9466-43F9-A98B-8C2F8ACAD32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365968673"/>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85969E-7E74-4684-B4D1-A84DBFFB778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2BDCCA16-00C7-4DD3-A2CD-FEDDE2BF16A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AF391615-6D69-4478-A8A2-F8358438BC8C}"/>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3874228-0B18-4374-8F18-D419E889FF85}"/>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534FEBC8-8E38-4360-9A96-DE67ED754DE2}"/>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CDE1D339-7412-40EF-915B-A48EFCAB68D5}"/>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AE16F78-9D7E-4042-A37B-E110A6510CF5}"/>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1E4B95E6-9D4D-445C-82B2-488FA4BC1ACD}"/>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138C08A8-BE51-4506-976B-B498F0631643}"/>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5CBF7C-2410-413E-90B7-D36CE196204F}"/>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55754385-6B08-4C89-A3A2-17835982DF3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0026FE68-29C4-44F2-A75D-5439D412651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828461240"/>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95F03AD-76D9-4050-A123-59E8E8BBCC1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873A6AC1-6A34-4DAA-A837-3CB548DA921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2095EFC5-9586-4012-9552-045A0984FCB5}"/>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21D7DD-DC08-4266-B3AB-D3F4C1A91A66}"/>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E89A152D-7318-4754-9F8E-09A6BE13072D}"/>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613794FC-F5B7-4B32-893C-3E6C17B06755}"/>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ACC118B3-CCF8-440C-9035-D5DDE6E4A8AD}"/>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F6741AE4-6EC8-4549-BF53-F46928040424}"/>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80FC3736-ACAC-4BCC-9322-7BD337A45815}"/>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415A30C4-F83B-4FC6-98B8-E9B0EBF7A915}"/>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1D4E0540-EA97-488D-ADD0-BE8183867BE5}"/>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E4FDE7D4-950A-4A45-9A07-7EFC93E259C5}"/>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E8F237DF-FD8E-43FA-9A0B-36D6DAA4207E}"/>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88DB88E6-CB48-42AE-9E92-D50D49C11220}"/>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E35DD718-31CD-43E2-868D-2C2AA5B1EA3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586E84FE-5C36-42C1-8B26-A61EC74DC3C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311087316"/>
      </p:ext>
    </p:extLst>
  </p:cSld>
</p:sld>
</file>

<file path=ppt/slides/slide14.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E5C948-49EF-40E8-81EC-D6C62741758B}"/>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9C2EB788-EB4F-42E4-8730-469C8F89AE1A}"/>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08FF1D8E-C1EC-4015-AC40-EC685AB58DAF}"/>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CAEC3B43-76F2-4027-A92E-83222A95E6A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BA57FA67-8CDD-410F-920E-F871D3F764B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82803423"/>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1EEDFE-17D8-428D-AF25-BC0F2C92EBC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7F749946-F123-441C-A6B5-678A48028DF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91CA6CAE-95DC-4121-929A-4E5E4F4CE92B}"/>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1A40A1B0-7937-422D-972F-7673DB1DF092}"/>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3ad2cb555be454b"/>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47EF3B-E853-4A93-9906-9AA6301518FF}"/>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bbb2fb6bea24f9e"/>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AB5341D-ECB2-4962-8664-16279BD229B6}"/>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50593E7D-D34B-40BD-91D4-442F65FD33E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60A25369-4D3D-4D32-AD8C-1AA1140CE0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86801835"/>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F3CE171-2ADB-406D-B13E-424A67C397D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3063D09B-78DC-424C-9A58-CE9D7A72822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13414141-66C5-42A2-8753-0095667B5B8E}"/>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9B67C16-6FB9-4027-BE79-9FCFD1B99CA0}"/>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A4053B0-9ED2-441E-BC42-F8FB16A9B612}"/>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3D0426F1-C94C-49AB-BB90-BCB47C191770}"/>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272DF97-B27D-4114-B5E3-C0D39FE65334}"/>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13E208-C951-4010-972C-68E9EBE095D6}"/>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F198241-858B-43AC-9CBC-F44B9CBEA4FB}"/>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AD0C96FD-41C4-45DD-AB5A-015EA6CEF116}"/>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61DDE68C-7041-4FC7-A938-8EB6277DD9DE}"/>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CBD02915-1743-4781-A084-D29DED3BB74D}"/>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8437C434-7B0D-4A1F-8672-A339DADF043B}"/>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620C5A2B-137A-4DD4-A613-D599F8837C6F}"/>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9D378E93-BA4C-4A35-8F9B-AA1D125C4DF7}"/>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4D0BAD80-6725-427F-8037-65B56AFD3846}"/>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F44CC993-02B5-452B-AA43-7687394487A6}"/>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3A55D4BA-3FF8-4271-8F03-B9EA89BE62B0}"/>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4A5FC99E-F53B-4B91-9354-CE5DF3040B5B}"/>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67A2FE74-A70B-482E-8249-6A98ED864B9E}"/>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476D113D-9B29-4C66-9CA8-4349A86B6B51}"/>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E1A611CC-41C0-4EE2-A8C9-E5E56CDF93C6}"/>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E86D0496-720D-41EF-BCE9-48FB49DEE941}"/>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B66357CD-56F2-467D-9A61-4236B73D768F}"/>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CA44905B-75D2-45F8-A985-00CEED2F4CC3}"/>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6F543F4B-926C-4071-946E-236C7301CA45}"/>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5A15FBD5-0E7A-4DA3-86E2-1A3090733BA5}"/>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696041B-34EB-4BDD-98E7-3AD0E8E8FB45}"/>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10716E4E-BFFE-4DCC-9952-C447587B306D}"/>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79E706F2-B947-4673-801C-EFA61A94AA24}"/>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15D64E6-5714-4449-BB44-DFA01F243CA0}"/>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C2655AC5-FD49-4865-869C-3E1E7F53C51E}"/>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A9BD38E4-29CF-455C-829A-F6A40C856B2E}"/>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E71677A-AC7F-4526-AD99-06CE96D90BC5}"/>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3E783249-FAA4-46B4-B74F-31FCE6727BB4}"/>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D71C4F17-2E11-48F9-AD97-650D042A9AE9}"/>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EBEC308-F357-42C9-A81D-496F47FEC40C}"/>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885C4CF3-26CE-4112-B0FB-4B0A4655D06E}"/>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5C092838-8FEC-40AE-B2F2-F0D615BE07DA}"/>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A82DBF4-057A-43CD-81C3-B78E833F991B}"/>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8C5A6A13-ED33-4501-AEE3-2AF56409A97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B465E6D9-81AE-490D-8172-F5583F7A224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45309788"/>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E8B5F67-E818-4D3B-90FE-CDC9D5C05A6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1CE46B7E-D8A5-4A28-A7D7-2F542A8AE8A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A064A286-4A8B-4978-99A9-BADBA0E52296}"/>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9F4AD90-5693-4541-8593-2ACB39A1086E}"/>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D53D0ED3-9E03-4C8D-B30C-31095F45CE14}"/>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5B5E51A4-E884-4749-90D8-3EE7A64FD024}"/>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978169BF-E846-45A6-82CC-2645B2DED725}"/>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225188-07C2-4BBF-AC7D-DD415F70AE9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E2A9EC04-2644-4A64-80F2-E9A28CC186CF}"/>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E888722-9A29-4A47-A5E7-AEE39AB1111F}"/>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7E3377AF-2945-4A13-8883-9BE4E7BF3B3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F50A7E4E-6B50-4039-8EA9-583DC34BA536}"/>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EE33F8BE-6870-41BB-998D-9137411B817E}"/>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D6BAB06-E87D-45B5-93FC-0C13DD66CD2C}"/>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53245733-6E57-47E1-9C4C-A3C0A7B1BDB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8690AD40-15AD-4060-9AB4-4481D0CE77BB}"/>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A9D42901-35CE-4E89-81AD-6F1742C0180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79ED2B2F-D49A-4CF2-9E1D-0185D3546E9E}"/>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A72C1E05-0790-45DA-B932-E5E9D1C1657E}"/>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BC50DA1-F19A-46ED-BE4D-39DB163A60B1}"/>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2456E618-E8EB-432C-A3AA-CDE523586404}"/>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A4FD9E83-62F8-45E6-B011-F8F07C738BE3}"/>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33AC650F-AC7F-4019-A82B-052050605FE1}"/>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9E285EF1-B011-4B64-BDFD-8D434116BF81}"/>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97346AAF-27E8-4539-B03D-DB7BA5A8E59B}"/>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3833B19-DADF-490A-8A22-68129DA33FB2}"/>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97D92AC4-BA4F-4DFA-98A6-C54BA9422C05}"/>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77857BC7-3702-4EFE-961E-B8406389DA92}"/>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C673D3E4-47E4-4F65-B523-AA5E057C40C5}"/>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ECA6108C-312D-491D-9B4C-5134796E4C0E}"/>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170327AA-FC64-480B-9D35-2C5EC44123B9}"/>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7F8AC81-A62A-414F-BF6E-40A66DE08313}"/>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5EE2DBFA-650A-4BC8-8B7C-2AC2D0C9EF1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BDAEDEC7-27B7-4B16-AC90-584433BF039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997585166"/>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90E6750-3B0F-4D94-981E-73A62A6E907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959517F6-25FC-40ED-993C-DBD9FA090D8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E1A9507C-E1E0-4865-B0D0-72A18E4C1F02}"/>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58DD6BB1-911E-4313-BDF4-5A221E10EE00}"/>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E81D0D05-F19D-4F7A-A169-CE57876B005C}"/>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6B3E9CFD-6511-4104-98E0-8AAD81942118}"/>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0437A0FC-E2F2-496F-897D-20AF0C338935}"/>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719504-68D2-4AAE-BA6D-B3EF7E8457EA}"/>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65BC38A4-DCAB-4C99-A05D-145EA95B0D65}"/>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C4876962-C23F-4C44-81EF-A040D9C042E7}"/>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9FB26A1E-BB69-4C6C-8481-E84974134F68}"/>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6173FABF-C278-46D2-B8CC-31AC040B5180}"/>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FC0E8E0B-32EF-4468-BE04-B00B41954125}"/>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39CE00-393F-4A3B-9B10-E4D46785F0A4}"/>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F216DA23-2CD9-4C61-9527-82925568793C}"/>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EBFBE53-6335-4356-B281-9980530BAF11}"/>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CC48B138-8792-4645-872D-CFCB5C4A33E0}"/>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D84A9D5D-75CE-49D6-9E7E-EC2F1FCACBF6}"/>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D185773A-4F62-4289-B1ED-40918F4CC02B}"/>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534D5E3-CDB0-4B49-8F14-C82E9B69516B}"/>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563FE39B-31D2-467C-B721-CFC2708FD426}"/>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070E0CCD-41EC-4FAF-84A7-7709AC2D1C96}"/>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8393C4CD-D6C6-4BE1-B9B3-D8A117D00DFB}"/>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283510B5-9231-47A8-8AA3-21D1FF6639BB}"/>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3FC423A1-C70A-463A-A83E-C3A6CD688C43}"/>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98D5B28-1691-4E12-ACC0-70D73190ED94}"/>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380A1C58-0683-4819-9A84-120362264824}"/>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DE90ABC8-CD72-4632-80A4-C5B70CC1752E}"/>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5F0E7995-1484-4DF0-AFFF-69DFDAAEEE18}"/>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763FBCCB-956B-46D5-BFD0-BBFEC2A5103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FEFB1FDC-22CA-4600-8547-0B1D37AD13BE}"/>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2C70B82-5834-4C7D-A130-E408DFE92691}"/>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D33EC07D-C998-440F-AC58-2C5F68DB9DB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5629CAC3-687F-42C2-BF54-FFC6A260EA9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892458880"/>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1B3D459B-C106-430C-9590-88CE003A55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C4E9249E-47E3-4581-8A60-9D3698D7A7C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37299537-A2AC-4D1D-A4C5-3CD8DCD8B3FB}"/>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CCDB0AC4-965F-4F36-8C03-E3CCBEEF8783}"/>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CA468442-C335-4F79-A810-B8A5312B9DFE}"/>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87A8ABD5-83D1-4582-8581-0D1FF98B3C4C}"/>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26E0E1A2-41F8-45A3-9943-69C4C7235D5A}"/>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9EE473CA-4CC3-4513-923E-91A023C8405C}"/>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627B2AA3-31DA-4709-9351-E819BFDD1E03}"/>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E83F368-CAE4-4DF6-A8EE-8A79814E4F3C}"/>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9A948D0E-7559-4A24-A493-41E8C90A39E5}"/>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A0F7BEBB-3755-48F0-988D-91AC571C5E5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5DDFEB27-4C80-4541-863D-170F5D6C969D}"/>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D84C7AB8-AE06-4F92-A15A-EF49C6214351}"/>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26891BD8-2AE8-476A-B95C-7B5390AC5FDC}"/>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BF622B1-22B9-40F8-983E-18C3720F191B}"/>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1B7D13BC-8F77-4355-B2E3-FCF8AA93B721}"/>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CA3865DF-66B2-4C95-9F82-EA136EEBB2AD}"/>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DBEADECD-A501-441F-87EF-8BF06A61104C}"/>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5F0F86DA-2A3C-437E-8F29-681C5B23C416}"/>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A249B855-D95D-4FE9-8D90-8CA7680D6B1D}"/>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3298160C-85C9-4ED5-B518-C87B95DD18D3}"/>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B821ACBD-48FF-4800-B688-4A4E5FC884D8}"/>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96350354-C86B-4A25-B02B-BC7E478B9D4F}"/>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5209E15F-F767-4C8F-849E-EEDC02ACB20F}"/>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2182EA44-CDFB-496B-8859-88968F687E0C}"/>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07AA64C4-9E01-4E8F-B6CB-00E5ADA52671}"/>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31102E89-EE84-4E90-A27F-2523EA62DD90}"/>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A454ABDE-0AC6-49D7-BF89-4BDA0A0D3F3F}"/>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7C3CF624-6318-43C9-8DD1-6D344CB32212}"/>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541A7F88-54CC-4FC9-94CA-60130E8497DA}"/>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2F9088E7-4436-4D96-9FFE-56220B912402}"/>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0DBA77AF-6EB2-49F1-AF0E-04EA50DF2BE5}"/>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B9A448C6-E617-41EA-8823-A13092FA5076}"/>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CFC397B9-472C-45DE-B454-6BFCE8CD8DF2}"/>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8F08F386-0D47-48D1-8F63-33DBC7B50BB1}"/>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1DCFAF5-C198-4444-B26F-B08345D04A99}"/>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4029C6D1-A85B-4DAC-A585-8E4D32A9B07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F6CA8E39-2A72-431A-89CD-92458878FD1E}"/>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C8325DE4-FFEF-40CC-9F1A-BC8544B25120}"/>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C7827412-0733-4D54-92C9-A3261FA9FCD6}"/>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74C01E8-9B4A-4B26-8B30-3169AE66BE19}"/>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8A31DFCD-D698-4E41-8196-103489230C89}"/>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204567DB-1AA9-4E42-A071-E9905FCFA87F}"/>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FE2BC3F9-04C9-4089-81D3-A51B465176A0}"/>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40DD5EE-5B66-46B3-ADBC-1669719DBAC9}"/>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8494B49A-C368-41B2-B10E-7C63EC37BF28}"/>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CB15AF82-B38C-46B6-8E47-498E354DAC68}"/>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483D2512-90F8-4B64-B11F-636908914201}"/>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D85BDC29-359A-4DC9-BCD9-532ED87CD068}"/>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C57FEB54-EE37-41AF-97D3-092904ED110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8DBCEFBC-D151-4EB9-975A-63B902F8BAB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2141032826"/>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FDA9A8D-FA4B-4FC6-9237-FCE40FA7D23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BC23375A-8F5F-4F57-96AD-0189662D2A6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90D436D4-C963-467F-99CF-33581B2DC99D}"/>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6A5B832-D2ED-49BC-9044-B860713E1B17}"/>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A3BE41E1-6CD7-44BD-A8B9-569AA8B4BE31}"/>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B00039A3-D310-413E-B41A-D174E97CD504}"/>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A474556-3D83-44DE-A84C-B7E48EA75210}"/>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BD1B8538-65E8-435F-BD00-5967C60C0CAE}"/>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74AB6F42-0244-42A8-929B-B3C2DC460728}"/>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82AFE03-35D3-480B-8F7B-575F119A5416}"/>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A3F4389-C5CA-44E9-8FD9-2333783BF905}"/>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62D49FD6-DADC-4EE8-B6C4-C19B030A2470}"/>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EAECA15B-21F8-4515-BD92-86F6E2BA6DB8}"/>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3F4589BF-9B22-49EB-B23F-F14D73B2A96E}"/>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722C55BC-2B49-4200-AAD5-137B71CAB2BE}"/>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52856D2-AA0F-4D2D-9324-7DE8A1D8B27E}"/>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6F0A875A-A151-4B4F-BB17-D159FB3D1A9C}"/>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756D5D48-7E91-4AD9-97E8-89C82CB8494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91FB9CAC-2DD6-4170-8B7A-F782A280BAD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24932570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1BE5B2A-4333-4A96-8BB4-D8A0F8510B1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BEBB5A94-FCF4-4FA9-9161-9295506567A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5B18446D-9A99-4F67-B975-5EFBA714B8FE}"/>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C7A8A472-B9ED-48FF-8B9D-673720CFE09E}"/>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60B4DF05-7559-4645-992D-0B03ED552E06}"/>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DBB960A3-810C-47E4-9543-ADFF74E7C603}"/>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D785D4AA-8B80-426B-8853-3D676748780E}"/>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139F381F-E00A-4E3A-8A25-E8F5675875A1}"/>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FC6AF1B2-A84D-4B36-9ACA-120FCDC35B50}"/>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AAA903E4-CA9F-4F88-BCCE-04E833376FF7}"/>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01A9BE1A-A98D-4450-A1BA-163045C1B8EC}"/>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590DE719-B412-4F5F-896C-397760FC8B89}"/>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80B6399F-BDA1-4318-AF6B-0DAAF6EA4CAC}"/>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74E97EF7-AB88-4D78-8BE8-3FDFD93D9638}"/>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41A12630-3B41-4E5C-8DFA-21D36699CC8A}"/>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38182D0E-EA19-4906-AF03-B4D404684BE5}"/>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A864E720-0B76-45D6-A5CA-2D9BB81D7B09}"/>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4D6D1812-216D-4590-B490-8CF29AE30068}"/>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01579118-50FF-44B9-BB3D-4FC3C1650317}"/>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800AE02D-FA37-4ADB-B163-2D9506A55131}"/>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16AACA40-19B4-406D-ABE7-275E7D5BE0DC}"/>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418390D-B0A7-4C3B-8FED-AADFEAE19645}"/>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32EF7920-D23D-4661-BAFD-9D9F32BFE2E2}"/>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91696854-9766-4F96-9367-8190435687D1}"/>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8E398536-4937-462A-AD43-ED003E211829}"/>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8F743C31-AF14-449D-8656-F3510D37C763}"/>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8C8FE35-C275-4698-85F7-9C23A8308AB6}"/>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9582F0D-1613-4A05-8459-6AD3C862C5BD}"/>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2F57851F-CEE3-4A17-B446-0E83C5197910}"/>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1C1A7305-B87D-4A63-9AAE-E0B415D67E14}"/>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19DBCC81-B7EF-4147-B265-D338E03A246E}"/>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9BDDDD19-BCE2-4EA6-9217-39757EF418FB}"/>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1D59D2A6-4DAB-49EE-8760-198EC1FBE350}"/>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977250A0-E12E-4067-86FC-C3201A219965}"/>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B3CCAA7C-2386-45B5-98E3-C3B540B7F11C}"/>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6326B21-6D55-4D7B-86AA-C1B3E6C563EC}"/>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C899DA06-C109-4370-98EE-455CD3EF0054}"/>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E904FA61-5103-4BE5-9487-9A1D8E66D069}"/>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338E7875-9012-498D-9D0C-A57F08134AFE}"/>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EC793B27-F923-4F76-B217-BF645BD8D13D}"/>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0C95BAF9-EC2C-4CDA-949A-68BCD4FA8A2F}"/>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FEA50718-E86B-4C90-9BFA-2F64BE053E13}"/>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200FDFA5-E369-4FE6-B518-4335B095EC78}"/>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D8C953B-2B20-4452-8E22-43A569CCDA22}"/>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42DE2CFC-3EE4-48D0-8604-06C25CEB1F3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76A36BB5-F714-4C10-BEE0-25E3C693916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563646369"/>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E2FE1C-6F2E-4851-8710-D4BCDB74BBC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DE595DFB-E565-4DBE-846A-19BDAEE5B86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2AF7C2FD-040F-450B-8B84-FFCDE76B6D96}"/>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EADA2B48-CDB2-4755-B16B-15591425E48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43535A0B-6B8B-431B-9AEC-FC887409037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409945198"/>
      </p:ext>
    </p:extLst>
  </p:cSld>
</p:sld>
</file>

<file path=ppt/slides/slide2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4853F7B-B5DD-4E5A-B70D-3C8F2B46DC65}"/>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4F7F2BDB-8D70-4D52-95B6-52313E1DFC94}"/>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48E6EBB2-80CE-40C1-95AB-923BA684E227}"/>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B7AB5F27-A3C8-4EDA-9F44-80DE120ACB9E}"/>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21BBEE86-C9F5-48F1-8C8D-9552EF5CC652}"/>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C86CD071-7B64-4AC3-9EEC-786B533F4631}"/>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2A99FB89-2529-4C62-9B33-8E1D09732650}"/>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0B0E7E0B-044F-422B-B7C2-C5E3F31CF9D4}"/>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B32B912B-73D7-4496-BE83-046A967B6002}"/>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45AD2D3A-2E92-4B7E-96D3-6621BE032AEE}"/>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364EFC19-7252-4CA4-965B-757BF38928C5}"/>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E7C1A6FD-8918-4332-AED3-DCCC29F9E62F}"/>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8AFE7941-B108-4F2B-A698-4DB83DDF6A78}"/>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9F11EAE5-3A8A-4D64-817B-B0CF710BC788}"/>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D7527F2C-B6B7-4970-94E9-1F5487F46AC5}"/>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B941737A-846A-43F2-A5B9-CA5661DFB06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7C96270A-2679-4618-8E0C-DCDB51EB186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7148936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2026-09-19T07:06:12.5360000Z</dcterms:created>
  <dcterms:modified xsi:type="dcterms:W3CDTF">2026-09-19T07:06:12.5360000Z</dcterms:modified>
</coreProperties>
</file>